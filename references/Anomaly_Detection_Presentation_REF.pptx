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78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FD955B-58EA-41EA-B0DD-A745BAE7BAC1}">
          <p14:sldIdLst>
            <p14:sldId id="256"/>
            <p14:sldId id="257"/>
            <p14:sldId id="258"/>
            <p14:sldId id="260"/>
            <p14:sldId id="262"/>
            <p14:sldId id="263"/>
            <p14:sldId id="264"/>
            <p14:sldId id="278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E2F5D-8E7D-5E66-376E-E461542DA555}" v="78" dt="2025-11-17T20:39:55.749"/>
    <p1510:client id="{81407A58-30BA-8598-34D3-2C1820333BE0}" v="131" dt="2025-11-18T01:41:57.811"/>
    <p1510:client id="{FB149C4C-22EE-FFF8-E48A-A5D30E19334D}" v="346" dt="2025-11-17T20:55:06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, Kevin D" userId="S::kdsu@cougarnet.uh.edu::533c643d-1e3e-4eb7-beb6-c28767475073" providerId="AD" clId="Web-{58CE2F5D-8E7D-5E66-376E-E461542DA555}"/>
    <pc:docChg chg="mod addSld delSld modSld sldOrd addMainMaster delMainMaster modSection">
      <pc:chgData name="Su, Kevin D" userId="S::kdsu@cougarnet.uh.edu::533c643d-1e3e-4eb7-beb6-c28767475073" providerId="AD" clId="Web-{58CE2F5D-8E7D-5E66-376E-E461542DA555}" dt="2025-11-17T20:31:14.096" v="85"/>
      <pc:docMkLst>
        <pc:docMk/>
      </pc:docMkLst>
      <pc:sldChg chg="addSp modSp mod setBg modClrScheme chgLayout">
        <pc:chgData name="Su, Kevin D" userId="S::kdsu@cougarnet.uh.edu::533c643d-1e3e-4eb7-beb6-c28767475073" providerId="AD" clId="Web-{58CE2F5D-8E7D-5E66-376E-E461542DA555}" dt="2025-11-17T20:27:40.114" v="63"/>
        <pc:sldMkLst>
          <pc:docMk/>
          <pc:sldMk cId="109857222" sldId="256"/>
        </pc:sldMkLst>
        <pc:spChg chg="mod ord">
          <ac:chgData name="Su, Kevin D" userId="S::kdsu@cougarnet.uh.edu::533c643d-1e3e-4eb7-beb6-c28767475073" providerId="AD" clId="Web-{58CE2F5D-8E7D-5E66-376E-E461542DA555}" dt="2025-11-17T20:27:40.114" v="6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u, Kevin D" userId="S::kdsu@cougarnet.uh.edu::533c643d-1e3e-4eb7-beb6-c28767475073" providerId="AD" clId="Web-{58CE2F5D-8E7D-5E66-376E-E461542DA555}" dt="2025-11-17T20:27:40.114" v="63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u, Kevin D" userId="S::kdsu@cougarnet.uh.edu::533c643d-1e3e-4eb7-beb6-c28767475073" providerId="AD" clId="Web-{58CE2F5D-8E7D-5E66-376E-E461542DA555}" dt="2025-11-17T20:27:40.114" v="63"/>
          <ac:spMkLst>
            <pc:docMk/>
            <pc:sldMk cId="109857222" sldId="256"/>
            <ac:spMk id="8" creationId="{5A292AEA-2528-46C0-B426-95822B6141FB}"/>
          </ac:spMkLst>
        </pc:spChg>
        <pc:spChg chg="add">
          <ac:chgData name="Su, Kevin D" userId="S::kdsu@cougarnet.uh.edu::533c643d-1e3e-4eb7-beb6-c28767475073" providerId="AD" clId="Web-{58CE2F5D-8E7D-5E66-376E-E461542DA555}" dt="2025-11-17T20:27:40.114" v="63"/>
          <ac:spMkLst>
            <pc:docMk/>
            <pc:sldMk cId="109857222" sldId="256"/>
            <ac:spMk id="10" creationId="{D8B7B198-E4DF-43CD-AD8C-199884323745}"/>
          </ac:spMkLst>
        </pc:spChg>
        <pc:spChg chg="add">
          <ac:chgData name="Su, Kevin D" userId="S::kdsu@cougarnet.uh.edu::533c643d-1e3e-4eb7-beb6-c28767475073" providerId="AD" clId="Web-{58CE2F5D-8E7D-5E66-376E-E461542DA555}" dt="2025-11-17T20:27:40.114" v="63"/>
          <ac:spMkLst>
            <pc:docMk/>
            <pc:sldMk cId="109857222" sldId="256"/>
            <ac:spMk id="12" creationId="{2BE67753-EA0E-4819-8D22-0B6600CF7231}"/>
          </ac:spMkLst>
        </pc:spChg>
        <pc:grpChg chg="add">
          <ac:chgData name="Su, Kevin D" userId="S::kdsu@cougarnet.uh.edu::533c643d-1e3e-4eb7-beb6-c28767475073" providerId="AD" clId="Web-{58CE2F5D-8E7D-5E66-376E-E461542DA555}" dt="2025-11-17T20:27:40.114" v="63"/>
          <ac:grpSpMkLst>
            <pc:docMk/>
            <pc:sldMk cId="109857222" sldId="256"/>
            <ac:grpSpMk id="14" creationId="{D76D63AC-0421-45EC-B383-E79A61A78C6B}"/>
          </ac:grpSpMkLst>
        </pc:grpChg>
        <pc:grpChg chg="add">
          <ac:chgData name="Su, Kevin D" userId="S::kdsu@cougarnet.uh.edu::533c643d-1e3e-4eb7-beb6-c28767475073" providerId="AD" clId="Web-{58CE2F5D-8E7D-5E66-376E-E461542DA555}" dt="2025-11-17T20:27:40.114" v="63"/>
          <ac:grpSpMkLst>
            <pc:docMk/>
            <pc:sldMk cId="109857222" sldId="256"/>
            <ac:grpSpMk id="23" creationId="{87F87F1B-42BA-4AC7-A4E2-41544DDB2CE3}"/>
          </ac:grpSpMkLst>
        </pc:grpChg>
        <pc:grpChg chg="add">
          <ac:chgData name="Su, Kevin D" userId="S::kdsu@cougarnet.uh.edu::533c643d-1e3e-4eb7-beb6-c28767475073" providerId="AD" clId="Web-{58CE2F5D-8E7D-5E66-376E-E461542DA555}" dt="2025-11-17T20:27:40.114" v="63"/>
          <ac:grpSpMkLst>
            <pc:docMk/>
            <pc:sldMk cId="109857222" sldId="256"/>
            <ac:grpSpMk id="29" creationId="{967346A5-7569-4F15-AB5D-BE3DADF192C0}"/>
          </ac:grpSpMkLst>
        </pc:grpChg>
      </pc:sldChg>
      <pc:sldChg chg="addSp modSp mod setBg modClrScheme chgLayout">
        <pc:chgData name="Su, Kevin D" userId="S::kdsu@cougarnet.uh.edu::533c643d-1e3e-4eb7-beb6-c28767475073" providerId="AD" clId="Web-{58CE2F5D-8E7D-5E66-376E-E461542DA555}" dt="2025-11-17T20:28:00.801" v="64"/>
        <pc:sldMkLst>
          <pc:docMk/>
          <pc:sldMk cId="661747015" sldId="257"/>
        </pc:sldMkLst>
        <pc:spChg chg="mod ord">
          <ac:chgData name="Su, Kevin D" userId="S::kdsu@cougarnet.uh.edu::533c643d-1e3e-4eb7-beb6-c28767475073" providerId="AD" clId="Web-{58CE2F5D-8E7D-5E66-376E-E461542DA555}" dt="2025-11-17T20:28:00.801" v="64"/>
          <ac:spMkLst>
            <pc:docMk/>
            <pc:sldMk cId="661747015" sldId="257"/>
            <ac:spMk id="2" creationId="{BC628743-8B44-66C9-CA0B-7B16FD47FF17}"/>
          </ac:spMkLst>
        </pc:spChg>
        <pc:spChg chg="mod ord">
          <ac:chgData name="Su, Kevin D" userId="S::kdsu@cougarnet.uh.edu::533c643d-1e3e-4eb7-beb6-c28767475073" providerId="AD" clId="Web-{58CE2F5D-8E7D-5E66-376E-E461542DA555}" dt="2025-11-17T20:28:00.801" v="64"/>
          <ac:spMkLst>
            <pc:docMk/>
            <pc:sldMk cId="661747015" sldId="257"/>
            <ac:spMk id="3" creationId="{AA9471BC-8E12-4CD9-835D-F14DCC2B4BF1}"/>
          </ac:spMkLst>
        </pc:spChg>
        <pc:spChg chg="add">
          <ac:chgData name="Su, Kevin D" userId="S::kdsu@cougarnet.uh.edu::533c643d-1e3e-4eb7-beb6-c28767475073" providerId="AD" clId="Web-{58CE2F5D-8E7D-5E66-376E-E461542DA555}" dt="2025-11-17T20:28:00.801" v="64"/>
          <ac:spMkLst>
            <pc:docMk/>
            <pc:sldMk cId="661747015" sldId="257"/>
            <ac:spMk id="8" creationId="{18873D23-2DCF-4B31-A009-95721C06E8E1}"/>
          </ac:spMkLst>
        </pc:spChg>
        <pc:spChg chg="add">
          <ac:chgData name="Su, Kevin D" userId="S::kdsu@cougarnet.uh.edu::533c643d-1e3e-4eb7-beb6-c28767475073" providerId="AD" clId="Web-{58CE2F5D-8E7D-5E66-376E-E461542DA555}" dt="2025-11-17T20:28:00.801" v="64"/>
          <ac:spMkLst>
            <pc:docMk/>
            <pc:sldMk cId="661747015" sldId="257"/>
            <ac:spMk id="10" creationId="{C13EF075-D4EF-4929-ADBC-91B27DA19955}"/>
          </ac:spMkLst>
        </pc:spChg>
        <pc:grpChg chg="add">
          <ac:chgData name="Su, Kevin D" userId="S::kdsu@cougarnet.uh.edu::533c643d-1e3e-4eb7-beb6-c28767475073" providerId="AD" clId="Web-{58CE2F5D-8E7D-5E66-376E-E461542DA555}" dt="2025-11-17T20:28:00.801" v="64"/>
          <ac:grpSpMkLst>
            <pc:docMk/>
            <pc:sldMk cId="661747015" sldId="257"/>
            <ac:grpSpMk id="12" creationId="{DAA26DFA-AAB2-4973-9C17-16D587C7B198}"/>
          </ac:grpSpMkLst>
        </pc:grpChg>
      </pc:sldChg>
      <pc:sldChg chg="addSp delSp modSp mod setBg modClrScheme chgLayout">
        <pc:chgData name="Su, Kevin D" userId="S::kdsu@cougarnet.uh.edu::533c643d-1e3e-4eb7-beb6-c28767475073" providerId="AD" clId="Web-{58CE2F5D-8E7D-5E66-376E-E461542DA555}" dt="2025-11-17T20:30:18.988" v="74"/>
        <pc:sldMkLst>
          <pc:docMk/>
          <pc:sldMk cId="2308920846" sldId="258"/>
        </pc:sldMkLst>
        <pc:spChg chg="mod ord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2" creationId="{CC34EDC3-12D5-DE67-2396-68CE17C168ED}"/>
          </ac:spMkLst>
        </pc:spChg>
        <pc:spChg chg="mod ord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3" creationId="{8D4B704A-6DFC-3E49-2EAE-7B44B7EED173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8" creationId="{18873D23-2DCF-4B31-A009-95721C06E8E1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10" creationId="{C13EF075-D4EF-4929-ADBC-91B27DA19955}"/>
          </ac:spMkLst>
        </pc:spChg>
        <pc:spChg chg="add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21" creationId="{081EA652-8C6A-4E69-BEB9-170809474553}"/>
          </ac:spMkLst>
        </pc:spChg>
        <pc:spChg chg="add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23" creationId="{5298780A-33B9-4EA2-8F67-DE68AD62841B}"/>
          </ac:spMkLst>
        </pc:spChg>
        <pc:spChg chg="add">
          <ac:chgData name="Su, Kevin D" userId="S::kdsu@cougarnet.uh.edu::533c643d-1e3e-4eb7-beb6-c28767475073" providerId="AD" clId="Web-{58CE2F5D-8E7D-5E66-376E-E461542DA555}" dt="2025-11-17T20:30:18.988" v="74"/>
          <ac:spMkLst>
            <pc:docMk/>
            <pc:sldMk cId="2308920846" sldId="258"/>
            <ac:spMk id="25" creationId="{7F488E8B-4E1E-4402-8935-D4E6C02615C7}"/>
          </ac:spMkLst>
        </pc:spChg>
        <pc:grpChg chg="add del">
          <ac:chgData name="Su, Kevin D" userId="S::kdsu@cougarnet.uh.edu::533c643d-1e3e-4eb7-beb6-c28767475073" providerId="AD" clId="Web-{58CE2F5D-8E7D-5E66-376E-E461542DA555}" dt="2025-11-17T20:30:18.988" v="74"/>
          <ac:grpSpMkLst>
            <pc:docMk/>
            <pc:sldMk cId="2308920846" sldId="258"/>
            <ac:grpSpMk id="12" creationId="{DAA26DFA-AAB2-4973-9C17-16D587C7B198}"/>
          </ac:grpSpMkLst>
        </pc:grpChg>
      </pc:sldChg>
      <pc:sldChg chg="modSp add del mod ord replId modClrScheme chgLayout">
        <pc:chgData name="Su, Kevin D" userId="S::kdsu@cougarnet.uh.edu::533c643d-1e3e-4eb7-beb6-c28767475073" providerId="AD" clId="Web-{58CE2F5D-8E7D-5E66-376E-E461542DA555}" dt="2025-11-17T20:26:52.833" v="62"/>
        <pc:sldMkLst>
          <pc:docMk/>
          <pc:sldMk cId="2370026309" sldId="259"/>
        </pc:sldMkLst>
        <pc:spChg chg="mod ord">
          <ac:chgData name="Su, Kevin D" userId="S::kdsu@cougarnet.uh.edu::533c643d-1e3e-4eb7-beb6-c28767475073" providerId="AD" clId="Web-{58CE2F5D-8E7D-5E66-376E-E461542DA555}" dt="2025-11-17T20:20:42.209" v="21"/>
          <ac:spMkLst>
            <pc:docMk/>
            <pc:sldMk cId="2370026309" sldId="259"/>
            <ac:spMk id="2" creationId="{3474E840-C841-F61C-A865-9320620F9CB2}"/>
          </ac:spMkLst>
        </pc:spChg>
        <pc:spChg chg="mod ord">
          <ac:chgData name="Su, Kevin D" userId="S::kdsu@cougarnet.uh.edu::533c643d-1e3e-4eb7-beb6-c28767475073" providerId="AD" clId="Web-{58CE2F5D-8E7D-5E66-376E-E461542DA555}" dt="2025-11-17T20:22:48.099" v="42" actId="20577"/>
          <ac:spMkLst>
            <pc:docMk/>
            <pc:sldMk cId="2370026309" sldId="259"/>
            <ac:spMk id="3" creationId="{A8DE81D6-ADFE-545B-B89A-35AC96547AD6}"/>
          </ac:spMkLst>
        </pc:spChg>
      </pc:sldChg>
      <pc:sldChg chg="addSp delSp modSp mod modClrScheme delDesignElem chgLayout">
        <pc:chgData name="Su, Kevin D" userId="S::kdsu@cougarnet.uh.edu::533c643d-1e3e-4eb7-beb6-c28767475073" providerId="AD" clId="Web-{58CE2F5D-8E7D-5E66-376E-E461542DA555}" dt="2025-11-17T20:30:09.238" v="73"/>
        <pc:sldMkLst>
          <pc:docMk/>
          <pc:sldMk cId="4252743135" sldId="260"/>
        </pc:sldMkLst>
        <pc:spChg chg="mod ord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2" creationId="{DC6FD0F4-A7AB-B0A7-571D-B7BBF4E1204C}"/>
          </ac:spMkLst>
        </pc:spChg>
        <pc:spChg chg="mod ord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3" creationId="{3ECC2452-1ED7-D702-E4DF-212353468D5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8:30.317" v="66"/>
          <ac:spMkLst>
            <pc:docMk/>
            <pc:sldMk cId="4252743135" sldId="260"/>
            <ac:spMk id="16" creationId="{8B3A2D1A-45FC-4F95-B150-1C13EF2F6D0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8:30.317" v="66"/>
          <ac:spMkLst>
            <pc:docMk/>
            <pc:sldMk cId="4252743135" sldId="260"/>
            <ac:spMk id="17" creationId="{39C3C864-C625-4883-B868-9A4C470F4DD5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58" v="71"/>
          <ac:spMkLst>
            <pc:docMk/>
            <pc:sldMk cId="4252743135" sldId="260"/>
            <ac:spMk id="22" creationId="{73C994B4-9721-4148-9EEC-6793CECDE8D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58" v="71"/>
          <ac:spMkLst>
            <pc:docMk/>
            <pc:sldMk cId="4252743135" sldId="260"/>
            <ac:spMk id="24" creationId="{F9D95E49-763A-4886-B038-82F734740554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58" v="71"/>
          <ac:spMkLst>
            <pc:docMk/>
            <pc:sldMk cId="4252743135" sldId="260"/>
            <ac:spMk id="26" creationId="{405FF9F9-2976-47BF-9D5B-059E893A7663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26" v="70"/>
          <ac:spMkLst>
            <pc:docMk/>
            <pc:sldMk cId="4252743135" sldId="260"/>
            <ac:spMk id="38" creationId="{73C994B4-9721-4148-9EEC-6793CECDE8D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26" v="70"/>
          <ac:spMkLst>
            <pc:docMk/>
            <pc:sldMk cId="4252743135" sldId="260"/>
            <ac:spMk id="39" creationId="{405FF9F9-2976-47BF-9D5B-059E893A7663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9:32.426" v="70"/>
          <ac:spMkLst>
            <pc:docMk/>
            <pc:sldMk cId="4252743135" sldId="260"/>
            <ac:spMk id="40" creationId="{F9D95E49-763A-4886-B038-82F734740554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46" creationId="{D7A453D2-15D8-4403-815F-291FA16340D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55" creationId="{E2D3D3F2-ABBB-4453-B1C5-1BEBF7E4DD5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56" creationId="{8161EA6B-09CA-445B-AB0D-8DF76FA92DEF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69" creationId="{773AEA78-C03B-40B7-9D11-DC022119D577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75" creationId="{B8114C98-A349-4111-A123-E8EAB86ABE30}"/>
          </ac:spMkLst>
        </pc:spChg>
        <pc:spChg chg="add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82" creationId="{66E48AFA-8884-4F68-A44F-D2C1E8609C5A}"/>
          </ac:spMkLst>
        </pc:spChg>
        <pc:spChg chg="add">
          <ac:chgData name="Su, Kevin D" userId="S::kdsu@cougarnet.uh.edu::533c643d-1e3e-4eb7-beb6-c28767475073" providerId="AD" clId="Web-{58CE2F5D-8E7D-5E66-376E-E461542DA555}" dt="2025-11-17T20:30:09.238" v="73"/>
          <ac:spMkLst>
            <pc:docMk/>
            <pc:sldMk cId="4252743135" sldId="260"/>
            <ac:spMk id="84" creationId="{969D19A6-08CB-498C-93EC-3FFB021FC68A}"/>
          </ac:spMkLst>
        </pc:spChg>
        <pc:grpChg chg="add del">
          <ac:chgData name="Su, Kevin D" userId="S::kdsu@cougarnet.uh.edu::533c643d-1e3e-4eb7-beb6-c28767475073" providerId="AD" clId="Web-{58CE2F5D-8E7D-5E66-376E-E461542DA555}" dt="2025-11-17T20:29:26.895" v="68"/>
          <ac:grpSpMkLst>
            <pc:docMk/>
            <pc:sldMk cId="4252743135" sldId="260"/>
            <ac:grpSpMk id="32" creationId="{5EC81CC9-EAC3-3907-9268-3A583E3B6356}"/>
          </ac:grpSpMkLst>
        </pc:grpChg>
        <pc:picChg chg="mod">
          <ac:chgData name="Su, Kevin D" userId="S::kdsu@cougarnet.uh.edu::533c643d-1e3e-4eb7-beb6-c28767475073" providerId="AD" clId="Web-{58CE2F5D-8E7D-5E66-376E-E461542DA555}" dt="2025-11-17T20:30:09.238" v="73"/>
          <ac:picMkLst>
            <pc:docMk/>
            <pc:sldMk cId="4252743135" sldId="260"/>
            <ac:picMk id="4" creationId="{6CA104EF-1193-9E1D-E593-42F2CC754B12}"/>
          </ac:picMkLst>
        </pc:picChg>
        <pc:cxnChg chg="add del">
          <ac:chgData name="Su, Kevin D" userId="S::kdsu@cougarnet.uh.edu::533c643d-1e3e-4eb7-beb6-c28767475073" providerId="AD" clId="Web-{58CE2F5D-8E7D-5E66-376E-E461542DA555}" dt="2025-11-17T20:29:32.426" v="70"/>
          <ac:cxnSpMkLst>
            <pc:docMk/>
            <pc:sldMk cId="4252743135" sldId="260"/>
            <ac:cxnSpMk id="28" creationId="{BA0504EE-683F-4FE2-A169-83C71FAA35CB}"/>
          </ac:cxnSpMkLst>
        </pc:cxnChg>
        <pc:cxnChg chg="add del">
          <ac:chgData name="Su, Kevin D" userId="S::kdsu@cougarnet.uh.edu::533c643d-1e3e-4eb7-beb6-c28767475073" providerId="AD" clId="Web-{58CE2F5D-8E7D-5E66-376E-E461542DA555}" dt="2025-11-17T20:29:32.426" v="70"/>
          <ac:cxnSpMkLst>
            <pc:docMk/>
            <pc:sldMk cId="4252743135" sldId="260"/>
            <ac:cxnSpMk id="30" creationId="{80A61CFF-0E76-478B-B02B-73692D891E7C}"/>
          </ac:cxnSpMkLst>
        </pc:cxnChg>
        <pc:cxnChg chg="add del">
          <ac:chgData name="Su, Kevin D" userId="S::kdsu@cougarnet.uh.edu::533c643d-1e3e-4eb7-beb6-c28767475073" providerId="AD" clId="Web-{58CE2F5D-8E7D-5E66-376E-E461542DA555}" dt="2025-11-17T20:29:32.426" v="70"/>
          <ac:cxnSpMkLst>
            <pc:docMk/>
            <pc:sldMk cId="4252743135" sldId="260"/>
            <ac:cxnSpMk id="41" creationId="{BA0504EE-683F-4FE2-A169-83C71FAA35CB}"/>
          </ac:cxnSpMkLst>
        </pc:cxnChg>
        <pc:cxnChg chg="add del">
          <ac:chgData name="Su, Kevin D" userId="S::kdsu@cougarnet.uh.edu::533c643d-1e3e-4eb7-beb6-c28767475073" providerId="AD" clId="Web-{58CE2F5D-8E7D-5E66-376E-E461542DA555}" dt="2025-11-17T20:29:32.426" v="70"/>
          <ac:cxnSpMkLst>
            <pc:docMk/>
            <pc:sldMk cId="4252743135" sldId="260"/>
            <ac:cxnSpMk id="42" creationId="{80A61CFF-0E76-478B-B02B-73692D891E7C}"/>
          </ac:cxnSpMkLst>
        </pc:cxnChg>
      </pc:sldChg>
      <pc:sldChg chg="del">
        <pc:chgData name="Su, Kevin D" userId="S::kdsu@cougarnet.uh.edu::533c643d-1e3e-4eb7-beb6-c28767475073" providerId="AD" clId="Web-{58CE2F5D-8E7D-5E66-376E-E461542DA555}" dt="2025-11-17T20:23:12.583" v="43"/>
        <pc:sldMkLst>
          <pc:docMk/>
          <pc:sldMk cId="1335517228" sldId="261"/>
        </pc:sldMkLst>
      </pc:sldChg>
      <pc:sldChg chg="addSp delSp modSp">
        <pc:chgData name="Su, Kevin D" userId="S::kdsu@cougarnet.uh.edu::533c643d-1e3e-4eb7-beb6-c28767475073" providerId="AD" clId="Web-{58CE2F5D-8E7D-5E66-376E-E461542DA555}" dt="2025-11-17T20:30:04.676" v="72"/>
        <pc:sldMkLst>
          <pc:docMk/>
          <pc:sldMk cId="3531498706" sldId="262"/>
        </pc:sldMkLst>
        <pc:spChg chg="mod">
          <ac:chgData name="Su, Kevin D" userId="S::kdsu@cougarnet.uh.edu::533c643d-1e3e-4eb7-beb6-c28767475073" providerId="AD" clId="Web-{58CE2F5D-8E7D-5E66-376E-E461542DA555}" dt="2025-11-17T20:30:04.676" v="72"/>
          <ac:spMkLst>
            <pc:docMk/>
            <pc:sldMk cId="3531498706" sldId="262"/>
            <ac:spMk id="2" creationId="{83DA733B-FB44-97F3-4AA9-B31F46870A91}"/>
          </ac:spMkLst>
        </pc:spChg>
        <pc:spChg chg="mod ord">
          <ac:chgData name="Su, Kevin D" userId="S::kdsu@cougarnet.uh.edu::533c643d-1e3e-4eb7-beb6-c28767475073" providerId="AD" clId="Web-{58CE2F5D-8E7D-5E66-376E-E461542DA555}" dt="2025-11-17T20:30:04.676" v="72"/>
          <ac:spMkLst>
            <pc:docMk/>
            <pc:sldMk cId="3531498706" sldId="262"/>
            <ac:spMk id="3" creationId="{17FE88E8-F5E4-C607-79DD-01CABD38A98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5.958" v="61"/>
          <ac:spMkLst>
            <pc:docMk/>
            <pc:sldMk cId="3531498706" sldId="262"/>
            <ac:spMk id="16" creationId="{0B9EE3F3-89B7-43C3-8651-C4C96830993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5.958" v="61"/>
          <ac:spMkLst>
            <pc:docMk/>
            <pc:sldMk cId="3531498706" sldId="262"/>
            <ac:spMk id="17" creationId="{33AE4636-AEEC-45D6-84D4-7AC2DA48ECF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5.958" v="61"/>
          <ac:spMkLst>
            <pc:docMk/>
            <pc:sldMk cId="3531498706" sldId="262"/>
            <ac:spMk id="18" creationId="{8D9CE0F4-2EB2-4F1F-8AAC-DB3571D9FE10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4.146" v="60"/>
          <ac:spMkLst>
            <pc:docMk/>
            <pc:sldMk cId="3531498706" sldId="262"/>
            <ac:spMk id="20" creationId="{0CCC4BA0-1298-4DBD-86F1-B51D8C9D3437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4.146" v="60"/>
          <ac:spMkLst>
            <pc:docMk/>
            <pc:sldMk cId="3531498706" sldId="262"/>
            <ac:spMk id="21" creationId="{EEBF1590-3B36-48EE-A89D-3B6F3CB256AB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4.676" v="72"/>
          <ac:spMkLst>
            <pc:docMk/>
            <pc:sldMk cId="3531498706" sldId="262"/>
            <ac:spMk id="22" creationId="{131BAD53-4E89-4F62-BBB7-26359763ED3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10.083" v="58"/>
          <ac:spMkLst>
            <pc:docMk/>
            <pc:sldMk cId="3531498706" sldId="262"/>
            <ac:spMk id="23" creationId="{23E547B5-89CF-4EC0-96DE-25771AED079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04.676" v="72"/>
          <ac:spMkLst>
            <pc:docMk/>
            <pc:sldMk cId="3531498706" sldId="262"/>
            <ac:spMk id="24" creationId="{62756DA2-40EB-4C6F-B962-5822FFB54FB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10.083" v="58"/>
          <ac:spMkLst>
            <pc:docMk/>
            <pc:sldMk cId="3531498706" sldId="262"/>
            <ac:spMk id="25" creationId="{3F0B8CEB-8279-4E5E-A0CE-1FC9F71736F2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5:24.146" v="60"/>
          <ac:spMkLst>
            <pc:docMk/>
            <pc:sldMk cId="3531498706" sldId="262"/>
            <ac:spMk id="27" creationId="{AC8F6C8C-AB5A-4548-942D-E3FD40ACBC49}"/>
          </ac:spMkLst>
        </pc:spChg>
        <pc:picChg chg="mod">
          <ac:chgData name="Su, Kevin D" userId="S::kdsu@cougarnet.uh.edu::533c643d-1e3e-4eb7-beb6-c28767475073" providerId="AD" clId="Web-{58CE2F5D-8E7D-5E66-376E-E461542DA555}" dt="2025-11-17T20:30:04.676" v="72"/>
          <ac:picMkLst>
            <pc:docMk/>
            <pc:sldMk cId="3531498706" sldId="262"/>
            <ac:picMk id="4" creationId="{1D771EAF-8E92-6CC5-0EC4-45710339D8CE}"/>
          </ac:picMkLst>
        </pc:picChg>
        <pc:cxnChg chg="add">
          <ac:chgData name="Su, Kevin D" userId="S::kdsu@cougarnet.uh.edu::533c643d-1e3e-4eb7-beb6-c28767475073" providerId="AD" clId="Web-{58CE2F5D-8E7D-5E66-376E-E461542DA555}" dt="2025-11-17T20:30:04.676" v="72"/>
          <ac:cxnSpMkLst>
            <pc:docMk/>
            <pc:sldMk cId="3531498706" sldId="262"/>
            <ac:cxnSpMk id="29" creationId="{FC23E3B9-5ABF-58B3-E2B0-E9A5DAA90037}"/>
          </ac:cxnSpMkLst>
        </pc:cxnChg>
      </pc:sldChg>
      <pc:sldChg chg="addSp delSp modSp">
        <pc:chgData name="Su, Kevin D" userId="S::kdsu@cougarnet.uh.edu::533c643d-1e3e-4eb7-beb6-c28767475073" providerId="AD" clId="Web-{58CE2F5D-8E7D-5E66-376E-E461542DA555}" dt="2025-11-17T20:30:44.988" v="81"/>
        <pc:sldMkLst>
          <pc:docMk/>
          <pc:sldMk cId="1871457666" sldId="263"/>
        </pc:sldMkLst>
        <pc:spChg chg="mod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2" creationId="{2E4E275E-245A-3607-E72D-BF3921749A9E}"/>
          </ac:spMkLst>
        </pc:spChg>
        <pc:spChg chg="mod ord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3" creationId="{C7D8183A-2939-1D98-F528-4CC26160C96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6.677" v="56"/>
          <ac:spMkLst>
            <pc:docMk/>
            <pc:sldMk cId="1871457666" sldId="263"/>
            <ac:spMk id="9" creationId="{0B9EE3F3-89B7-43C3-8651-C4C96830993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6.677" v="56"/>
          <ac:spMkLst>
            <pc:docMk/>
            <pc:sldMk cId="1871457666" sldId="263"/>
            <ac:spMk id="11" creationId="{33AE4636-AEEC-45D6-84D4-7AC2DA48ECF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6.677" v="56"/>
          <ac:spMkLst>
            <pc:docMk/>
            <pc:sldMk cId="1871457666" sldId="263"/>
            <ac:spMk id="13" creationId="{8D9CE0F4-2EB2-4F1F-8AAC-DB3571D9FE10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1.380" v="45"/>
          <ac:spMkLst>
            <pc:docMk/>
            <pc:sldMk cId="1871457666" sldId="263"/>
            <ac:spMk id="18" creationId="{7FF47CB7-972F-479F-A36D-9E72D26EC8D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1.380" v="45"/>
          <ac:spMkLst>
            <pc:docMk/>
            <pc:sldMk cId="1871457666" sldId="263"/>
            <ac:spMk id="20" creationId="{0D153B68-5844-490D-8E67-F616D6D721C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1.380" v="45"/>
          <ac:spMkLst>
            <pc:docMk/>
            <pc:sldMk cId="1871457666" sldId="263"/>
            <ac:spMk id="22" creationId="{9A0D773F-7A7D-4DBB-9DEA-86BB8B8F4BC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4.536" v="47"/>
          <ac:spMkLst>
            <pc:docMk/>
            <pc:sldMk cId="1871457666" sldId="263"/>
            <ac:spMk id="24" creationId="{08980754-6F4B-43C9-B9BE-127B6BED658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4.536" v="47"/>
          <ac:spMkLst>
            <pc:docMk/>
            <pc:sldMk cId="1871457666" sldId="263"/>
            <ac:spMk id="25" creationId="{DBC6133C-0615-4CE4-9132-37E609A9BDF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4.536" v="47"/>
          <ac:spMkLst>
            <pc:docMk/>
            <pc:sldMk cId="1871457666" sldId="263"/>
            <ac:spMk id="26" creationId="{2C1BBA94-3F40-40AA-8BB9-E69E25E537C1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4.536" v="47"/>
          <ac:spMkLst>
            <pc:docMk/>
            <pc:sldMk cId="1871457666" sldId="263"/>
            <ac:spMk id="27" creationId="{169CC832-2974-4E8D-90ED-3E2941BA733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4.536" v="47"/>
          <ac:spMkLst>
            <pc:docMk/>
            <pc:sldMk cId="1871457666" sldId="263"/>
            <ac:spMk id="28" creationId="{55222F96-971A-4F90-B841-6BAB416C7AC1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7.005" v="49"/>
          <ac:spMkLst>
            <pc:docMk/>
            <pc:sldMk cId="1871457666" sldId="263"/>
            <ac:spMk id="30" creationId="{0B9EE3F3-89B7-43C3-8651-C4C96830993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7.005" v="49"/>
          <ac:spMkLst>
            <pc:docMk/>
            <pc:sldMk cId="1871457666" sldId="263"/>
            <ac:spMk id="31" creationId="{33AE4636-AEEC-45D6-84D4-7AC2DA48ECF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37.005" v="49"/>
          <ac:spMkLst>
            <pc:docMk/>
            <pc:sldMk cId="1871457666" sldId="263"/>
            <ac:spMk id="32" creationId="{8D9CE0F4-2EB2-4F1F-8AAC-DB3571D9FE10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3.880" v="51"/>
          <ac:spMkLst>
            <pc:docMk/>
            <pc:sldMk cId="1871457666" sldId="263"/>
            <ac:spMk id="34" creationId="{0D7B6173-1D58-48E2-83CF-37350F315F75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3.880" v="51"/>
          <ac:spMkLst>
            <pc:docMk/>
            <pc:sldMk cId="1871457666" sldId="263"/>
            <ac:spMk id="35" creationId="{02EBFA83-D4DB-4CA0-B229-9E44634D7FE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3.880" v="51"/>
          <ac:spMkLst>
            <pc:docMk/>
            <pc:sldMk cId="1871457666" sldId="263"/>
            <ac:spMk id="37" creationId="{21BDEC81-16A7-4451-B893-C15000083B77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3.880" v="51"/>
          <ac:spMkLst>
            <pc:docMk/>
            <pc:sldMk cId="1871457666" sldId="263"/>
            <ac:spMk id="38" creationId="{26A515A1-4D80-430E-BE0A-71A290516A82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5.099" v="53"/>
          <ac:spMkLst>
            <pc:docMk/>
            <pc:sldMk cId="1871457666" sldId="263"/>
            <ac:spMk id="40" creationId="{7FF47CB7-972F-479F-A36D-9E72D26EC8D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5.099" v="53"/>
          <ac:spMkLst>
            <pc:docMk/>
            <pc:sldMk cId="1871457666" sldId="263"/>
            <ac:spMk id="41" creationId="{0D153B68-5844-490D-8E67-F616D6D721C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5.099" v="53"/>
          <ac:spMkLst>
            <pc:docMk/>
            <pc:sldMk cId="1871457666" sldId="263"/>
            <ac:spMk id="42" creationId="{9A0D773F-7A7D-4DBB-9DEA-86BB8B8F4BC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6.599" v="55"/>
          <ac:spMkLst>
            <pc:docMk/>
            <pc:sldMk cId="1871457666" sldId="263"/>
            <ac:spMk id="44" creationId="{637B2035-1FCB-439A-B421-095E136C7E07}"/>
          </ac:spMkLst>
        </pc:spChg>
        <pc:spChg chg="add del">
          <ac:chgData name="Su, Kevin D" userId="S::kdsu@cougarnet.uh.edu::533c643d-1e3e-4eb7-beb6-c28767475073" providerId="AD" clId="Web-{58CE2F5D-8E7D-5E66-376E-E461542DA555}" dt="2025-11-17T20:24:46.599" v="55"/>
          <ac:spMkLst>
            <pc:docMk/>
            <pc:sldMk cId="1871457666" sldId="263"/>
            <ac:spMk id="45" creationId="{676D6CDF-C512-4739-B158-55EE955EFA39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47" creationId="{7FF47CB7-972F-479F-A36D-9E72D26EC8D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48" creationId="{0D153B68-5844-490D-8E67-F616D6D721C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49" creationId="{9A0D773F-7A7D-4DBB-9DEA-86BB8B8F4BC8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1.785" v="76"/>
          <ac:spMkLst>
            <pc:docMk/>
            <pc:sldMk cId="1871457666" sldId="263"/>
            <ac:spMk id="54" creationId="{DBC6133C-0615-4CE4-9132-37E609A9BDFA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1.785" v="76"/>
          <ac:spMkLst>
            <pc:docMk/>
            <pc:sldMk cId="1871457666" sldId="263"/>
            <ac:spMk id="56" creationId="{169CC832-2974-4E8D-90ED-3E2941BA733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1.785" v="76"/>
          <ac:spMkLst>
            <pc:docMk/>
            <pc:sldMk cId="1871457666" sldId="263"/>
            <ac:spMk id="58" creationId="{55222F96-971A-4F90-B841-6BAB416C7AC1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1.785" v="76"/>
          <ac:spMkLst>
            <pc:docMk/>
            <pc:sldMk cId="1871457666" sldId="263"/>
            <ac:spMk id="60" creationId="{08980754-6F4B-43C9-B9BE-127B6BED6586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1.785" v="76"/>
          <ac:spMkLst>
            <pc:docMk/>
            <pc:sldMk cId="1871457666" sldId="263"/>
            <ac:spMk id="62" creationId="{2C1BBA94-3F40-40AA-8BB9-E69E25E537C1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4.785" v="78"/>
          <ac:spMkLst>
            <pc:docMk/>
            <pc:sldMk cId="1871457666" sldId="263"/>
            <ac:spMk id="64" creationId="{0288C6B4-AFC3-407F-A595-EFFD38D4CCAF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4.785" v="78"/>
          <ac:spMkLst>
            <pc:docMk/>
            <pc:sldMk cId="1871457666" sldId="263"/>
            <ac:spMk id="65" creationId="{CF236821-17FE-429B-8D2C-08E13A64EA40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4.785" v="78"/>
          <ac:spMkLst>
            <pc:docMk/>
            <pc:sldMk cId="1871457666" sldId="263"/>
            <ac:spMk id="66" creationId="{C0BDBCD2-E081-43AB-9119-C55465E59757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4.785" v="78"/>
          <ac:spMkLst>
            <pc:docMk/>
            <pc:sldMk cId="1871457666" sldId="263"/>
            <ac:spMk id="67" creationId="{98E79BE4-34FE-485A-98A5-92CE8F7C4743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34.785" v="78"/>
          <ac:spMkLst>
            <pc:docMk/>
            <pc:sldMk cId="1871457666" sldId="263"/>
            <ac:spMk id="68" creationId="{7A5F0580-5EE9-419F-96EE-B6529EF6E7D0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72" v="80"/>
          <ac:spMkLst>
            <pc:docMk/>
            <pc:sldMk cId="1871457666" sldId="263"/>
            <ac:spMk id="70" creationId="{058A14AF-9FB5-4CC7-BA35-E8E85D3EDF0E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72" v="80"/>
          <ac:spMkLst>
            <pc:docMk/>
            <pc:sldMk cId="1871457666" sldId="263"/>
            <ac:spMk id="71" creationId="{3A9A4357-BD1D-4622-A4FE-766E6AB8DE84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72" v="80"/>
          <ac:spMkLst>
            <pc:docMk/>
            <pc:sldMk cId="1871457666" sldId="263"/>
            <ac:spMk id="72" creationId="{E659831F-0D9A-4C63-9EBB-8435B85A440F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0:44.972" v="80"/>
          <ac:spMkLst>
            <pc:docMk/>
            <pc:sldMk cId="1871457666" sldId="263"/>
            <ac:spMk id="73" creationId="{E6995CE5-F890-4ABA-82A2-26507CE8D2A3}"/>
          </ac:spMkLst>
        </pc:spChg>
        <pc:spChg chg="add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75" creationId="{2EB492CD-616E-47F8-933B-5E2D952A0593}"/>
          </ac:spMkLst>
        </pc:spChg>
        <pc:spChg chg="add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76" creationId="{59383CF9-23B5-4335-9B21-1791C4CF1C75}"/>
          </ac:spMkLst>
        </pc:spChg>
        <pc:spChg chg="add">
          <ac:chgData name="Su, Kevin D" userId="S::kdsu@cougarnet.uh.edu::533c643d-1e3e-4eb7-beb6-c28767475073" providerId="AD" clId="Web-{58CE2F5D-8E7D-5E66-376E-E461542DA555}" dt="2025-11-17T20:30:44.988" v="81"/>
          <ac:spMkLst>
            <pc:docMk/>
            <pc:sldMk cId="1871457666" sldId="263"/>
            <ac:spMk id="77" creationId="{0007FE00-9498-4706-B255-6437B0252C02}"/>
          </ac:spMkLst>
        </pc:spChg>
        <pc:picChg chg="mod">
          <ac:chgData name="Su, Kevin D" userId="S::kdsu@cougarnet.uh.edu::533c643d-1e3e-4eb7-beb6-c28767475073" providerId="AD" clId="Web-{58CE2F5D-8E7D-5E66-376E-E461542DA555}" dt="2025-11-17T20:30:44.988" v="81"/>
          <ac:picMkLst>
            <pc:docMk/>
            <pc:sldMk cId="1871457666" sldId="263"/>
            <ac:picMk id="4" creationId="{228C2D6F-A6EF-590D-86F2-2ABB31D6C022}"/>
          </ac:picMkLst>
        </pc:picChg>
      </pc:sldChg>
      <pc:sldChg chg="addSp modSp mod setBg">
        <pc:chgData name="Su, Kevin D" userId="S::kdsu@cougarnet.uh.edu::533c643d-1e3e-4eb7-beb6-c28767475073" providerId="AD" clId="Web-{58CE2F5D-8E7D-5E66-376E-E461542DA555}" dt="2025-11-17T20:30:53.394" v="82"/>
        <pc:sldMkLst>
          <pc:docMk/>
          <pc:sldMk cId="3094376030" sldId="264"/>
        </pc:sldMkLst>
        <pc:spChg chg="mod">
          <ac:chgData name="Su, Kevin D" userId="S::kdsu@cougarnet.uh.edu::533c643d-1e3e-4eb7-beb6-c28767475073" providerId="AD" clId="Web-{58CE2F5D-8E7D-5E66-376E-E461542DA555}" dt="2025-11-17T20:30:53.394" v="82"/>
          <ac:spMkLst>
            <pc:docMk/>
            <pc:sldMk cId="3094376030" sldId="264"/>
            <ac:spMk id="2" creationId="{B762116D-4D59-EC56-BB93-5ACE88E3F30C}"/>
          </ac:spMkLst>
        </pc:spChg>
        <pc:spChg chg="mod">
          <ac:chgData name="Su, Kevin D" userId="S::kdsu@cougarnet.uh.edu::533c643d-1e3e-4eb7-beb6-c28767475073" providerId="AD" clId="Web-{58CE2F5D-8E7D-5E66-376E-E461542DA555}" dt="2025-11-17T20:30:53.394" v="82"/>
          <ac:spMkLst>
            <pc:docMk/>
            <pc:sldMk cId="3094376030" sldId="264"/>
            <ac:spMk id="3" creationId="{750A9B30-61BE-7C27-E123-531B047D84CD}"/>
          </ac:spMkLst>
        </pc:spChg>
        <pc:spChg chg="add">
          <ac:chgData name="Su, Kevin D" userId="S::kdsu@cougarnet.uh.edu::533c643d-1e3e-4eb7-beb6-c28767475073" providerId="AD" clId="Web-{58CE2F5D-8E7D-5E66-376E-E461542DA555}" dt="2025-11-17T20:30:53.394" v="82"/>
          <ac:spMkLst>
            <pc:docMk/>
            <pc:sldMk cId="3094376030" sldId="264"/>
            <ac:spMk id="8" creationId="{B6CDA21F-E7AF-4C75-8395-33F58D5B0E45}"/>
          </ac:spMkLst>
        </pc:spChg>
        <pc:spChg chg="add">
          <ac:chgData name="Su, Kevin D" userId="S::kdsu@cougarnet.uh.edu::533c643d-1e3e-4eb7-beb6-c28767475073" providerId="AD" clId="Web-{58CE2F5D-8E7D-5E66-376E-E461542DA555}" dt="2025-11-17T20:30:53.394" v="82"/>
          <ac:spMkLst>
            <pc:docMk/>
            <pc:sldMk cId="3094376030" sldId="264"/>
            <ac:spMk id="15" creationId="{D5B0017B-2ECA-49AF-B397-DC140825DF8D}"/>
          </ac:spMkLst>
        </pc:spChg>
        <pc:grpChg chg="add">
          <ac:chgData name="Su, Kevin D" userId="S::kdsu@cougarnet.uh.edu::533c643d-1e3e-4eb7-beb6-c28767475073" providerId="AD" clId="Web-{58CE2F5D-8E7D-5E66-376E-E461542DA555}" dt="2025-11-17T20:30:53.394" v="82"/>
          <ac:grpSpMkLst>
            <pc:docMk/>
            <pc:sldMk cId="3094376030" sldId="264"/>
            <ac:grpSpMk id="10" creationId="{AE1C45F0-260A-458C-96ED-C1F6D2151219}"/>
          </ac:grpSpMkLst>
        </pc:grpChg>
        <pc:cxnChg chg="add">
          <ac:chgData name="Su, Kevin D" userId="S::kdsu@cougarnet.uh.edu::533c643d-1e3e-4eb7-beb6-c28767475073" providerId="AD" clId="Web-{58CE2F5D-8E7D-5E66-376E-E461542DA555}" dt="2025-11-17T20:30:53.394" v="82"/>
          <ac:cxnSpMkLst>
            <pc:docMk/>
            <pc:sldMk cId="3094376030" sldId="264"/>
            <ac:cxnSpMk id="17" creationId="{6CF1BAF6-AD41-4082-B212-8A1F9A2E8779}"/>
          </ac:cxnSpMkLst>
        </pc:cxnChg>
      </pc:sldChg>
      <pc:sldChg chg="addSp delSp modSp mod setBg">
        <pc:chgData name="Su, Kevin D" userId="S::kdsu@cougarnet.uh.edu::533c643d-1e3e-4eb7-beb6-c28767475073" providerId="AD" clId="Web-{58CE2F5D-8E7D-5E66-376E-E461542DA555}" dt="2025-11-17T20:31:14.096" v="85"/>
        <pc:sldMkLst>
          <pc:docMk/>
          <pc:sldMk cId="2012874153" sldId="265"/>
        </pc:sldMkLst>
        <pc:spChg chg="mod">
          <ac:chgData name="Su, Kevin D" userId="S::kdsu@cougarnet.uh.edu::533c643d-1e3e-4eb7-beb6-c28767475073" providerId="AD" clId="Web-{58CE2F5D-8E7D-5E66-376E-E461542DA555}" dt="2025-11-17T20:31:14.096" v="85"/>
          <ac:spMkLst>
            <pc:docMk/>
            <pc:sldMk cId="2012874153" sldId="265"/>
            <ac:spMk id="2" creationId="{F6038620-B4B3-7D9B-156D-92EB3546A184}"/>
          </ac:spMkLst>
        </pc:spChg>
        <pc:spChg chg="add del mod">
          <ac:chgData name="Su, Kevin D" userId="S::kdsu@cougarnet.uh.edu::533c643d-1e3e-4eb7-beb6-c28767475073" providerId="AD" clId="Web-{58CE2F5D-8E7D-5E66-376E-E461542DA555}" dt="2025-11-17T20:31:14.096" v="85"/>
          <ac:spMkLst>
            <pc:docMk/>
            <pc:sldMk cId="2012874153" sldId="265"/>
            <ac:spMk id="3" creationId="{5795BB08-CAC0-8F3F-8E8E-56381B708447}"/>
          </ac:spMkLst>
        </pc:spChg>
        <pc:spChg chg="add">
          <ac:chgData name="Su, Kevin D" userId="S::kdsu@cougarnet.uh.edu::533c643d-1e3e-4eb7-beb6-c28767475073" providerId="AD" clId="Web-{58CE2F5D-8E7D-5E66-376E-E461542DA555}" dt="2025-11-17T20:31:14.096" v="85"/>
          <ac:spMkLst>
            <pc:docMk/>
            <pc:sldMk cId="2012874153" sldId="265"/>
            <ac:spMk id="8" creationId="{DBF61EA3-B236-439E-9C0B-340980D56BEE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1:05.518" v="84"/>
          <ac:spMkLst>
            <pc:docMk/>
            <pc:sldMk cId="2012874153" sldId="265"/>
            <ac:spMk id="9" creationId="{BACC6370-2D7E-4714-9D71-7542949D7D5D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1:05.518" v="84"/>
          <ac:spMkLst>
            <pc:docMk/>
            <pc:sldMk cId="2012874153" sldId="265"/>
            <ac:spMk id="11" creationId="{F68B3F68-107C-434F-AA38-110D5EA91B85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1:05.518" v="84"/>
          <ac:spMkLst>
            <pc:docMk/>
            <pc:sldMk cId="2012874153" sldId="265"/>
            <ac:spMk id="13" creationId="{AAD0DBB9-1A4B-4391-81D4-CB19F9AB918A}"/>
          </ac:spMkLst>
        </pc:spChg>
        <pc:spChg chg="add">
          <ac:chgData name="Su, Kevin D" userId="S::kdsu@cougarnet.uh.edu::533c643d-1e3e-4eb7-beb6-c28767475073" providerId="AD" clId="Web-{58CE2F5D-8E7D-5E66-376E-E461542DA555}" dt="2025-11-17T20:31:14.096" v="85"/>
          <ac:spMkLst>
            <pc:docMk/>
            <pc:sldMk cId="2012874153" sldId="265"/>
            <ac:spMk id="14" creationId="{E659831F-0D9A-4C63-9EBB-8435B85A440F}"/>
          </ac:spMkLst>
        </pc:spChg>
        <pc:spChg chg="add del">
          <ac:chgData name="Su, Kevin D" userId="S::kdsu@cougarnet.uh.edu::533c643d-1e3e-4eb7-beb6-c28767475073" providerId="AD" clId="Web-{58CE2F5D-8E7D-5E66-376E-E461542DA555}" dt="2025-11-17T20:31:05.518" v="84"/>
          <ac:spMkLst>
            <pc:docMk/>
            <pc:sldMk cId="2012874153" sldId="265"/>
            <ac:spMk id="15" creationId="{063BBA22-50EA-4C4D-BE05-F1CE4E63AA56}"/>
          </ac:spMkLst>
        </pc:spChg>
        <pc:grpChg chg="add">
          <ac:chgData name="Su, Kevin D" userId="S::kdsu@cougarnet.uh.edu::533c643d-1e3e-4eb7-beb6-c28767475073" providerId="AD" clId="Web-{58CE2F5D-8E7D-5E66-376E-E461542DA555}" dt="2025-11-17T20:31:14.096" v="85"/>
          <ac:grpSpMkLst>
            <pc:docMk/>
            <pc:sldMk cId="2012874153" sldId="265"/>
            <ac:grpSpMk id="10" creationId="{28FAF094-D087-493F-8DF9-A486C2D6BBAA}"/>
          </ac:grpSpMkLst>
        </pc:grpChg>
        <pc:graphicFrameChg chg="add del">
          <ac:chgData name="Su, Kevin D" userId="S::kdsu@cougarnet.uh.edu::533c643d-1e3e-4eb7-beb6-c28767475073" providerId="AD" clId="Web-{58CE2F5D-8E7D-5E66-376E-E461542DA555}" dt="2025-11-17T20:31:05.518" v="84"/>
          <ac:graphicFrameMkLst>
            <pc:docMk/>
            <pc:sldMk cId="2012874153" sldId="265"/>
            <ac:graphicFrameMk id="5" creationId="{A33D5CFA-70AE-8D4B-90B0-C1E0F154741B}"/>
          </ac:graphicFrameMkLst>
        </pc:graphicFrameChg>
      </pc:sldChg>
      <pc:sldMasterChg chg="add del addSldLayout delSldLayout">
        <pc:chgData name="Su, Kevin D" userId="S::kdsu@cougarnet.uh.edu::533c643d-1e3e-4eb7-beb6-c28767475073" providerId="AD" clId="Web-{58CE2F5D-8E7D-5E66-376E-E461542DA555}" dt="2025-11-17T20:20:42.209" v="21"/>
        <pc:sldMasterMkLst>
          <pc:docMk/>
          <pc:sldMasterMk cId="2460954070" sldId="2147483660"/>
        </pc:sldMasterMkLst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u, Kevin D" userId="S::kdsu@cougarnet.uh.edu::533c643d-1e3e-4eb7-beb6-c28767475073" providerId="AD" clId="Web-{58CE2F5D-8E7D-5E66-376E-E461542DA555}" dt="2025-11-17T20:20:42.209" v="21"/>
        <pc:sldMasterMkLst>
          <pc:docMk/>
          <pc:sldMasterMk cId="68502807" sldId="2147483672"/>
        </pc:sldMasterMkLst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2792519687" sldId="2147483673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853744480" sldId="2147483674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2182604620" sldId="2147483675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3860464203" sldId="2147483676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1294852992" sldId="2147483677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2955416479" sldId="2147483678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157524292" sldId="2147483679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1149194608" sldId="2147483680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3453624424" sldId="2147483681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898275802" sldId="2147483682"/>
          </pc:sldLayoutMkLst>
        </pc:sldLayoutChg>
        <pc:sldLayoutChg chg="add del mod replId">
          <pc:chgData name="Su, Kevin D" userId="S::kdsu@cougarnet.uh.edu::533c643d-1e3e-4eb7-beb6-c28767475073" providerId="AD" clId="Web-{58CE2F5D-8E7D-5E66-376E-E461542DA555}" dt="2025-11-17T20:20:42.209" v="21"/>
          <pc:sldLayoutMkLst>
            <pc:docMk/>
            <pc:sldMasterMk cId="68502807" sldId="2147483672"/>
            <pc:sldLayoutMk cId="598658931" sldId="2147483683"/>
          </pc:sldLayoutMkLst>
        </pc:sldLayoutChg>
      </pc:sldMasterChg>
    </pc:docChg>
  </pc:docChgLst>
  <pc:docChgLst>
    <pc:chgData name="Nguyen, Matthew T" userId="S::mtngu246@cougarnet.uh.edu::5d2eb7df-d5f8-489c-aace-6b6100de9163" providerId="AD" clId="Web-{FB149C4C-22EE-FFF8-E48A-A5D30E19334D}"/>
    <pc:docChg chg="addSld delSld modSld addSection delSection modSection">
      <pc:chgData name="Nguyen, Matthew T" userId="S::mtngu246@cougarnet.uh.edu::5d2eb7df-d5f8-489c-aace-6b6100de9163" providerId="AD" clId="Web-{FB149C4C-22EE-FFF8-E48A-A5D30E19334D}" dt="2025-11-17T20:52:33.344" v="343"/>
      <pc:docMkLst>
        <pc:docMk/>
      </pc:docMkLst>
      <pc:sldChg chg="modSp">
        <pc:chgData name="Nguyen, Matthew T" userId="S::mtngu246@cougarnet.uh.edu::5d2eb7df-d5f8-489c-aace-6b6100de9163" providerId="AD" clId="Web-{FB149C4C-22EE-FFF8-E48A-A5D30E19334D}" dt="2025-11-17T20:41:15.878" v="339" actId="20577"/>
        <pc:sldMkLst>
          <pc:docMk/>
          <pc:sldMk cId="109857222" sldId="256"/>
        </pc:sldMkLst>
        <pc:spChg chg="mod">
          <ac:chgData name="Nguyen, Matthew T" userId="S::mtngu246@cougarnet.uh.edu::5d2eb7df-d5f8-489c-aace-6b6100de9163" providerId="AD" clId="Web-{FB149C4C-22EE-FFF8-E48A-A5D30E19334D}" dt="2025-11-17T20:14:32.919" v="31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41:15.878" v="33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Nguyen, Matthew T" userId="S::mtngu246@cougarnet.uh.edu::5d2eb7df-d5f8-489c-aace-6b6100de9163" providerId="AD" clId="Web-{FB149C4C-22EE-FFF8-E48A-A5D30E19334D}" dt="2025-11-17T20:26:50.553" v="167" actId="20577"/>
        <pc:sldMkLst>
          <pc:docMk/>
          <pc:sldMk cId="661747015" sldId="257"/>
        </pc:sldMkLst>
        <pc:spChg chg="mod">
          <ac:chgData name="Nguyen, Matthew T" userId="S::mtngu246@cougarnet.uh.edu::5d2eb7df-d5f8-489c-aace-6b6100de9163" providerId="AD" clId="Web-{FB149C4C-22EE-FFF8-E48A-A5D30E19334D}" dt="2025-11-17T20:26:50.553" v="167" actId="20577"/>
          <ac:spMkLst>
            <pc:docMk/>
            <pc:sldMk cId="661747015" sldId="257"/>
            <ac:spMk id="2" creationId="{BC628743-8B44-66C9-CA0B-7B16FD47FF17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19:03.106" v="67" actId="20577"/>
          <ac:spMkLst>
            <pc:docMk/>
            <pc:sldMk cId="661747015" sldId="257"/>
            <ac:spMk id="3" creationId="{AA9471BC-8E12-4CD9-835D-F14DCC2B4BF1}"/>
          </ac:spMkLst>
        </pc:spChg>
      </pc:sldChg>
      <pc:sldChg chg="modSp new">
        <pc:chgData name="Nguyen, Matthew T" userId="S::mtngu246@cougarnet.uh.edu::5d2eb7df-d5f8-489c-aace-6b6100de9163" providerId="AD" clId="Web-{FB149C4C-22EE-FFF8-E48A-A5D30E19334D}" dt="2025-11-17T20:19:29.777" v="79" actId="20577"/>
        <pc:sldMkLst>
          <pc:docMk/>
          <pc:sldMk cId="2308920846" sldId="258"/>
        </pc:sldMkLst>
        <pc:spChg chg="mod">
          <ac:chgData name="Nguyen, Matthew T" userId="S::mtngu246@cougarnet.uh.edu::5d2eb7df-d5f8-489c-aace-6b6100de9163" providerId="AD" clId="Web-{FB149C4C-22EE-FFF8-E48A-A5D30E19334D}" dt="2025-11-17T20:19:14.324" v="69" actId="20577"/>
          <ac:spMkLst>
            <pc:docMk/>
            <pc:sldMk cId="2308920846" sldId="258"/>
            <ac:spMk id="2" creationId="{CC34EDC3-12D5-DE67-2396-68CE17C168ED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19:29.777" v="79" actId="20577"/>
          <ac:spMkLst>
            <pc:docMk/>
            <pc:sldMk cId="2308920846" sldId="258"/>
            <ac:spMk id="3" creationId="{8D4B704A-6DFC-3E49-2EAE-7B44B7EED173}"/>
          </ac:spMkLst>
        </pc:sp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20:32.262" v="100"/>
        <pc:sldMkLst>
          <pc:docMk/>
          <pc:sldMk cId="4252743135" sldId="260"/>
        </pc:sldMkLst>
        <pc:spChg chg="mod">
          <ac:chgData name="Nguyen, Matthew T" userId="S::mtngu246@cougarnet.uh.edu::5d2eb7df-d5f8-489c-aace-6b6100de9163" providerId="AD" clId="Web-{FB149C4C-22EE-FFF8-E48A-A5D30E19334D}" dt="2025-11-17T20:20:32.262" v="100"/>
          <ac:spMkLst>
            <pc:docMk/>
            <pc:sldMk cId="4252743135" sldId="260"/>
            <ac:spMk id="2" creationId="{DC6FD0F4-A7AB-B0A7-571D-B7BBF4E1204C}"/>
          </ac:spMkLst>
        </pc:spChg>
        <pc:spChg chg="mod ord">
          <ac:chgData name="Nguyen, Matthew T" userId="S::mtngu246@cougarnet.uh.edu::5d2eb7df-d5f8-489c-aace-6b6100de9163" providerId="AD" clId="Web-{FB149C4C-22EE-FFF8-E48A-A5D30E19334D}" dt="2025-11-17T20:20:32.262" v="100"/>
          <ac:spMkLst>
            <pc:docMk/>
            <pc:sldMk cId="4252743135" sldId="260"/>
            <ac:spMk id="3" creationId="{3ECC2452-1ED7-D702-E4DF-212353468D59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9.090" v="97"/>
          <ac:spMkLst>
            <pc:docMk/>
            <pc:sldMk cId="4252743135" sldId="260"/>
            <ac:spMk id="6" creationId="{8B3A2D1A-45FC-4F95-B150-1C13EF2F6D09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9.090" v="97"/>
          <ac:spMkLst>
            <pc:docMk/>
            <pc:sldMk cId="4252743135" sldId="260"/>
            <ac:spMk id="7" creationId="{39C3C864-C625-4883-B868-9A4C470F4DD5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15.027" v="89"/>
          <ac:spMkLst>
            <pc:docMk/>
            <pc:sldMk cId="4252743135" sldId="260"/>
            <ac:spMk id="9" creationId="{D7A453D2-15D8-4403-815F-291FA16340D9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32.246" v="99"/>
          <ac:spMkLst>
            <pc:docMk/>
            <pc:sldMk cId="4252743135" sldId="260"/>
            <ac:spMk id="10" creationId="{7FF47CB7-972F-479F-A36D-9E72D26EC8D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15.027" v="89"/>
          <ac:spMkLst>
            <pc:docMk/>
            <pc:sldMk cId="4252743135" sldId="260"/>
            <ac:spMk id="11" creationId="{8161EA6B-09CA-445B-AB0D-8DF76FA92DEF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32.246" v="99"/>
          <ac:spMkLst>
            <pc:docMk/>
            <pc:sldMk cId="4252743135" sldId="260"/>
            <ac:spMk id="12" creationId="{0D153B68-5844-490D-8E67-F616D6D721C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32.246" v="99"/>
          <ac:spMkLst>
            <pc:docMk/>
            <pc:sldMk cId="4252743135" sldId="260"/>
            <ac:spMk id="14" creationId="{9A0D773F-7A7D-4DBB-9DEA-86BB8B8F4BC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0:32.262" v="100"/>
          <ac:spMkLst>
            <pc:docMk/>
            <pc:sldMk cId="4252743135" sldId="260"/>
            <ac:spMk id="16" creationId="{8B3A2D1A-45FC-4F95-B150-1C13EF2F6D09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0:32.262" v="100"/>
          <ac:spMkLst>
            <pc:docMk/>
            <pc:sldMk cId="4252743135" sldId="260"/>
            <ac:spMk id="17" creationId="{39C3C864-C625-4883-B868-9A4C470F4DD5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15.027" v="89"/>
          <ac:spMkLst>
            <pc:docMk/>
            <pc:sldMk cId="4252743135" sldId="260"/>
            <ac:spMk id="21" creationId="{B8114C98-A349-4111-A123-E8EAB86ABE30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15.027" v="89"/>
          <ac:spMkLst>
            <pc:docMk/>
            <pc:sldMk cId="4252743135" sldId="260"/>
            <ac:spMk id="35" creationId="{E2D3D3F2-ABBB-4453-B1C5-1BEBF7E4DD56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1.762" v="91"/>
          <ac:spMkLst>
            <pc:docMk/>
            <pc:sldMk cId="4252743135" sldId="260"/>
            <ac:spMk id="43" creationId="{773AEA78-C03B-40B7-9D11-DC022119D577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1.762" v="91"/>
          <ac:spMkLst>
            <pc:docMk/>
            <pc:sldMk cId="4252743135" sldId="260"/>
            <ac:spMk id="44" creationId="{D7A453D2-15D8-4403-815F-291FA16340D9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1.762" v="91"/>
          <ac:spMkLst>
            <pc:docMk/>
            <pc:sldMk cId="4252743135" sldId="260"/>
            <ac:spMk id="45" creationId="{8161EA6B-09CA-445B-AB0D-8DF76FA92DEF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1.762" v="91"/>
          <ac:spMkLst>
            <pc:docMk/>
            <pc:sldMk cId="4252743135" sldId="260"/>
            <ac:spMk id="47" creationId="{B8114C98-A349-4111-A123-E8EAB86ABE30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1.762" v="91"/>
          <ac:spMkLst>
            <pc:docMk/>
            <pc:sldMk cId="4252743135" sldId="260"/>
            <ac:spMk id="49" creationId="{E2D3D3F2-ABBB-4453-B1C5-1BEBF7E4DD56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5.824" v="93"/>
          <ac:spMkLst>
            <pc:docMk/>
            <pc:sldMk cId="4252743135" sldId="260"/>
            <ac:spMk id="53" creationId="{8B3A2D1A-45FC-4F95-B150-1C13EF2F6D09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0:25.824" v="93"/>
          <ac:spMkLst>
            <pc:docMk/>
            <pc:sldMk cId="4252743135" sldId="260"/>
            <ac:spMk id="54" creationId="{39C3C864-C625-4883-B868-9A4C470F4DD5}"/>
          </ac:spMkLst>
        </pc:spChg>
        <pc:grpChg chg="add">
          <ac:chgData name="Nguyen, Matthew T" userId="S::mtngu246@cougarnet.uh.edu::5d2eb7df-d5f8-489c-aace-6b6100de9163" providerId="AD" clId="Web-{FB149C4C-22EE-FFF8-E48A-A5D30E19334D}" dt="2025-11-17T20:20:11.605" v="88"/>
          <ac:grpSpMkLst>
            <pc:docMk/>
            <pc:sldMk cId="4252743135" sldId="260"/>
            <ac:grpSpMk id="13" creationId="{1EA1DAFF-CECA-492F-BFA1-22C64956B8D9}"/>
          </ac:grpSpMkLst>
        </pc:grpChg>
        <pc:grpChg chg="add del">
          <ac:chgData name="Nguyen, Matthew T" userId="S::mtngu246@cougarnet.uh.edu::5d2eb7df-d5f8-489c-aace-6b6100de9163" providerId="AD" clId="Web-{FB149C4C-22EE-FFF8-E48A-A5D30E19334D}" dt="2025-11-17T20:20:15.027" v="89"/>
          <ac:grpSpMkLst>
            <pc:docMk/>
            <pc:sldMk cId="4252743135" sldId="260"/>
            <ac:grpSpMk id="23" creationId="{670FB431-AE18-414D-92F4-1D12D1991152}"/>
          </ac:grpSpMkLst>
        </pc:grpChg>
        <pc:grpChg chg="add del">
          <ac:chgData name="Nguyen, Matthew T" userId="S::mtngu246@cougarnet.uh.edu::5d2eb7df-d5f8-489c-aace-6b6100de9163" providerId="AD" clId="Web-{FB149C4C-22EE-FFF8-E48A-A5D30E19334D}" dt="2025-11-17T20:20:15.027" v="89"/>
          <ac:grpSpMkLst>
            <pc:docMk/>
            <pc:sldMk cId="4252743135" sldId="260"/>
            <ac:grpSpMk id="29" creationId="{AF19A774-30A5-488B-9BAF-629C6440294E}"/>
          </ac:grpSpMkLst>
        </pc:grpChg>
        <pc:grpChg chg="add del">
          <ac:chgData name="Nguyen, Matthew T" userId="S::mtngu246@cougarnet.uh.edu::5d2eb7df-d5f8-489c-aace-6b6100de9163" providerId="AD" clId="Web-{FB149C4C-22EE-FFF8-E48A-A5D30E19334D}" dt="2025-11-17T20:20:21.762" v="91"/>
          <ac:grpSpMkLst>
            <pc:docMk/>
            <pc:sldMk cId="4252743135" sldId="260"/>
            <ac:grpSpMk id="31" creationId="{8214E4A5-A0D2-42C4-8D14-D2A7E495F041}"/>
          </ac:grpSpMkLst>
        </pc:grpChg>
        <pc:grpChg chg="del">
          <ac:chgData name="Nguyen, Matthew T" userId="S::mtngu246@cougarnet.uh.edu::5d2eb7df-d5f8-489c-aace-6b6100de9163" providerId="AD" clId="Web-{FB149C4C-22EE-FFF8-E48A-A5D30E19334D}" dt="2025-11-17T20:20:15.027" v="89"/>
          <ac:grpSpMkLst>
            <pc:docMk/>
            <pc:sldMk cId="4252743135" sldId="260"/>
            <ac:grpSpMk id="37" creationId="{8214E4A5-A0D2-42C4-8D14-D2A7E495F041}"/>
          </ac:grpSpMkLst>
        </pc:grpChg>
        <pc:grpChg chg="add del">
          <ac:chgData name="Nguyen, Matthew T" userId="S::mtngu246@cougarnet.uh.edu::5d2eb7df-d5f8-489c-aace-6b6100de9163" providerId="AD" clId="Web-{FB149C4C-22EE-FFF8-E48A-A5D30E19334D}" dt="2025-11-17T20:20:21.762" v="91"/>
          <ac:grpSpMkLst>
            <pc:docMk/>
            <pc:sldMk cId="4252743135" sldId="260"/>
            <ac:grpSpMk id="48" creationId="{670FB431-AE18-414D-92F4-1D12D1991152}"/>
          </ac:grpSpMkLst>
        </pc:grpChg>
        <pc:picChg chg="add mod ord">
          <ac:chgData name="Nguyen, Matthew T" userId="S::mtngu246@cougarnet.uh.edu::5d2eb7df-d5f8-489c-aace-6b6100de9163" providerId="AD" clId="Web-{FB149C4C-22EE-FFF8-E48A-A5D30E19334D}" dt="2025-11-17T20:20:32.262" v="100"/>
          <ac:picMkLst>
            <pc:docMk/>
            <pc:sldMk cId="4252743135" sldId="260"/>
            <ac:picMk id="4" creationId="{6CA104EF-1193-9E1D-E593-42F2CC754B12}"/>
          </ac:picMkLst>
        </pc:picChg>
      </pc:sldChg>
      <pc:sldChg chg="new">
        <pc:chgData name="Nguyen, Matthew T" userId="S::mtngu246@cougarnet.uh.edu::5d2eb7df-d5f8-489c-aace-6b6100de9163" providerId="AD" clId="Web-{FB149C4C-22EE-FFF8-E48A-A5D30E19334D}" dt="2025-11-17T20:22:13.214" v="108"/>
        <pc:sldMkLst>
          <pc:docMk/>
          <pc:sldMk cId="1335517228" sldId="261"/>
        </pc:sldMkLst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22:48.462" v="126"/>
        <pc:sldMkLst>
          <pc:docMk/>
          <pc:sldMk cId="3531498706" sldId="262"/>
        </pc:sldMkLst>
        <pc:spChg chg="mod">
          <ac:chgData name="Nguyen, Matthew T" userId="S::mtngu246@cougarnet.uh.edu::5d2eb7df-d5f8-489c-aace-6b6100de9163" providerId="AD" clId="Web-{FB149C4C-22EE-FFF8-E48A-A5D30E19334D}" dt="2025-11-17T20:22:48.462" v="126"/>
          <ac:spMkLst>
            <pc:docMk/>
            <pc:sldMk cId="3531498706" sldId="262"/>
            <ac:spMk id="2" creationId="{83DA733B-FB44-97F3-4AA9-B31F46870A91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2:48.462" v="126"/>
          <ac:spMkLst>
            <pc:docMk/>
            <pc:sldMk cId="3531498706" sldId="262"/>
            <ac:spMk id="3" creationId="{17FE88E8-F5E4-C607-79DD-01CABD38A98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2:46.853" v="123"/>
          <ac:spMkLst>
            <pc:docMk/>
            <pc:sldMk cId="3531498706" sldId="262"/>
            <ac:spMk id="9" creationId="{2B97F24A-32CE-4C1C-A50D-3016B394DCFB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2:46.853" v="123"/>
          <ac:spMkLst>
            <pc:docMk/>
            <pc:sldMk cId="3531498706" sldId="262"/>
            <ac:spMk id="11" creationId="{6357EC4F-235E-4222-A36F-C7878ACE37F2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2:48.447" v="125"/>
          <ac:spMkLst>
            <pc:docMk/>
            <pc:sldMk cId="3531498706" sldId="262"/>
            <ac:spMk id="13" creationId="{C0763A76-9F1C-4FC5-82B7-DD475DA461B2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2:48.447" v="125"/>
          <ac:spMkLst>
            <pc:docMk/>
            <pc:sldMk cId="3531498706" sldId="262"/>
            <ac:spMk id="14" creationId="{E81BF4F6-F2CF-4984-9D14-D6966D92F99F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2:48.462" v="126"/>
          <ac:spMkLst>
            <pc:docMk/>
            <pc:sldMk cId="3531498706" sldId="262"/>
            <ac:spMk id="16" creationId="{0B9EE3F3-89B7-43C3-8651-C4C96830993D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2:48.462" v="126"/>
          <ac:spMkLst>
            <pc:docMk/>
            <pc:sldMk cId="3531498706" sldId="262"/>
            <ac:spMk id="17" creationId="{33AE4636-AEEC-45D6-84D4-7AC2DA48ECF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2:48.462" v="126"/>
          <ac:spMkLst>
            <pc:docMk/>
            <pc:sldMk cId="3531498706" sldId="262"/>
            <ac:spMk id="18" creationId="{8D9CE0F4-2EB2-4F1F-8AAC-DB3571D9FE10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22:48.462" v="126"/>
          <ac:picMkLst>
            <pc:docMk/>
            <pc:sldMk cId="3531498706" sldId="262"/>
            <ac:picMk id="4" creationId="{1D771EAF-8E92-6CC5-0EC4-45710339D8CE}"/>
          </ac:picMkLst>
        </pc:picChg>
      </pc:sldChg>
      <pc:sldChg chg="addSp modSp new mod setBg">
        <pc:chgData name="Nguyen, Matthew T" userId="S::mtngu246@cougarnet.uh.edu::5d2eb7df-d5f8-489c-aace-6b6100de9163" providerId="AD" clId="Web-{FB149C4C-22EE-FFF8-E48A-A5D30E19334D}" dt="2025-11-17T20:23:27.570" v="134"/>
        <pc:sldMkLst>
          <pc:docMk/>
          <pc:sldMk cId="1871457666" sldId="263"/>
        </pc:sldMkLst>
        <pc:spChg chg="mod">
          <ac:chgData name="Nguyen, Matthew T" userId="S::mtngu246@cougarnet.uh.edu::5d2eb7df-d5f8-489c-aace-6b6100de9163" providerId="AD" clId="Web-{FB149C4C-22EE-FFF8-E48A-A5D30E19334D}" dt="2025-11-17T20:23:27.570" v="134"/>
          <ac:spMkLst>
            <pc:docMk/>
            <pc:sldMk cId="1871457666" sldId="263"/>
            <ac:spMk id="2" creationId="{2E4E275E-245A-3607-E72D-BF3921749A9E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3:27.570" v="134"/>
          <ac:spMkLst>
            <pc:docMk/>
            <pc:sldMk cId="1871457666" sldId="263"/>
            <ac:spMk id="3" creationId="{C7D8183A-2939-1D98-F528-4CC26160C966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3:27.570" v="134"/>
          <ac:spMkLst>
            <pc:docMk/>
            <pc:sldMk cId="1871457666" sldId="263"/>
            <ac:spMk id="9" creationId="{0B9EE3F3-89B7-43C3-8651-C4C96830993D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3:27.570" v="134"/>
          <ac:spMkLst>
            <pc:docMk/>
            <pc:sldMk cId="1871457666" sldId="263"/>
            <ac:spMk id="11" creationId="{33AE4636-AEEC-45D6-84D4-7AC2DA48ECF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3:27.570" v="134"/>
          <ac:spMkLst>
            <pc:docMk/>
            <pc:sldMk cId="1871457666" sldId="263"/>
            <ac:spMk id="13" creationId="{8D9CE0F4-2EB2-4F1F-8AAC-DB3571D9FE10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23:27.570" v="134"/>
          <ac:picMkLst>
            <pc:docMk/>
            <pc:sldMk cId="1871457666" sldId="263"/>
            <ac:picMk id="4" creationId="{228C2D6F-A6EF-590D-86F2-2ABB31D6C022}"/>
          </ac:picMkLst>
        </pc:picChg>
      </pc:sldChg>
      <pc:sldChg chg="modSp new">
        <pc:chgData name="Nguyen, Matthew T" userId="S::mtngu246@cougarnet.uh.edu::5d2eb7df-d5f8-489c-aace-6b6100de9163" providerId="AD" clId="Web-{FB149C4C-22EE-FFF8-E48A-A5D30E19334D}" dt="2025-11-17T20:23:48.320" v="140" actId="20577"/>
        <pc:sldMkLst>
          <pc:docMk/>
          <pc:sldMk cId="3094376030" sldId="264"/>
        </pc:sldMkLst>
        <pc:spChg chg="mod">
          <ac:chgData name="Nguyen, Matthew T" userId="S::mtngu246@cougarnet.uh.edu::5d2eb7df-d5f8-489c-aace-6b6100de9163" providerId="AD" clId="Web-{FB149C4C-22EE-FFF8-E48A-A5D30E19334D}" dt="2025-11-17T20:23:38.851" v="136" actId="20577"/>
          <ac:spMkLst>
            <pc:docMk/>
            <pc:sldMk cId="3094376030" sldId="264"/>
            <ac:spMk id="2" creationId="{B762116D-4D59-EC56-BB93-5ACE88E3F30C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3:48.320" v="140" actId="20577"/>
          <ac:spMkLst>
            <pc:docMk/>
            <pc:sldMk cId="3094376030" sldId="264"/>
            <ac:spMk id="3" creationId="{750A9B30-61BE-7C27-E123-531B047D84CD}"/>
          </ac:spMkLst>
        </pc:spChg>
      </pc:sldChg>
      <pc:sldChg chg="modSp new">
        <pc:chgData name="Nguyen, Matthew T" userId="S::mtngu246@cougarnet.uh.edu::5d2eb7df-d5f8-489c-aace-6b6100de9163" providerId="AD" clId="Web-{FB149C4C-22EE-FFF8-E48A-A5D30E19334D}" dt="2025-11-17T20:24:00.632" v="148" actId="20577"/>
        <pc:sldMkLst>
          <pc:docMk/>
          <pc:sldMk cId="2012874153" sldId="265"/>
        </pc:sldMkLst>
        <pc:spChg chg="mod">
          <ac:chgData name="Nguyen, Matthew T" userId="S::mtngu246@cougarnet.uh.edu::5d2eb7df-d5f8-489c-aace-6b6100de9163" providerId="AD" clId="Web-{FB149C4C-22EE-FFF8-E48A-A5D30E19334D}" dt="2025-11-17T20:23:51.554" v="142" actId="20577"/>
          <ac:spMkLst>
            <pc:docMk/>
            <pc:sldMk cId="2012874153" sldId="265"/>
            <ac:spMk id="2" creationId="{F6038620-B4B3-7D9B-156D-92EB3546A184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4:00.632" v="148" actId="20577"/>
          <ac:spMkLst>
            <pc:docMk/>
            <pc:sldMk cId="2012874153" sldId="265"/>
            <ac:spMk id="3" creationId="{5795BB08-CAC0-8F3F-8E8E-56381B708447}"/>
          </ac:spMkLst>
        </pc:spChg>
      </pc:sldChg>
      <pc:sldChg chg="addSp modSp new mod setBg">
        <pc:chgData name="Nguyen, Matthew T" userId="S::mtngu246@cougarnet.uh.edu::5d2eb7df-d5f8-489c-aace-6b6100de9163" providerId="AD" clId="Web-{FB149C4C-22EE-FFF8-E48A-A5D30E19334D}" dt="2025-11-17T20:25:52.788" v="164"/>
        <pc:sldMkLst>
          <pc:docMk/>
          <pc:sldMk cId="996346161" sldId="266"/>
        </pc:sldMkLst>
        <pc:spChg chg="mod">
          <ac:chgData name="Nguyen, Matthew T" userId="S::mtngu246@cougarnet.uh.edu::5d2eb7df-d5f8-489c-aace-6b6100de9163" providerId="AD" clId="Web-{FB149C4C-22EE-FFF8-E48A-A5D30E19334D}" dt="2025-11-17T20:25:52.788" v="164"/>
          <ac:spMkLst>
            <pc:docMk/>
            <pc:sldMk cId="996346161" sldId="266"/>
            <ac:spMk id="2" creationId="{FAD4B912-793A-CBD2-E170-ED7A08F77A7C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5:52.788" v="164"/>
          <ac:spMkLst>
            <pc:docMk/>
            <pc:sldMk cId="996346161" sldId="266"/>
            <ac:spMk id="3" creationId="{77F3B555-B3BD-4B28-0330-EBF5404020D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5:52.788" v="164"/>
          <ac:spMkLst>
            <pc:docMk/>
            <pc:sldMk cId="996346161" sldId="266"/>
            <ac:spMk id="12" creationId="{04F99093-FB6D-43E0-AA45-FA744653E0F0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5:52.788" v="164"/>
          <ac:spMkLst>
            <pc:docMk/>
            <pc:sldMk cId="996346161" sldId="266"/>
            <ac:spMk id="14" creationId="{CE8B83EF-4FB2-4C16-B94A-73A8FBCD1EF9}"/>
          </ac:spMkLst>
        </pc:spChg>
        <pc:grpChg chg="add">
          <ac:chgData name="Nguyen, Matthew T" userId="S::mtngu246@cougarnet.uh.edu::5d2eb7df-d5f8-489c-aace-6b6100de9163" providerId="AD" clId="Web-{FB149C4C-22EE-FFF8-E48A-A5D30E19334D}" dt="2025-11-17T20:25:52.788" v="164"/>
          <ac:grpSpMkLst>
            <pc:docMk/>
            <pc:sldMk cId="996346161" sldId="266"/>
            <ac:grpSpMk id="16" creationId="{65CE4779-ABAB-448C-B806-A60E8F835DF8}"/>
          </ac:grpSpMkLst>
        </pc:grpChg>
        <pc:picChg chg="add mod">
          <ac:chgData name="Nguyen, Matthew T" userId="S::mtngu246@cougarnet.uh.edu::5d2eb7df-d5f8-489c-aace-6b6100de9163" providerId="AD" clId="Web-{FB149C4C-22EE-FFF8-E48A-A5D30E19334D}" dt="2025-11-17T20:25:52.788" v="164"/>
          <ac:picMkLst>
            <pc:docMk/>
            <pc:sldMk cId="996346161" sldId="266"/>
            <ac:picMk id="4" creationId="{A4684EFD-1E4F-AAA0-13E4-FDF87D0D96F4}"/>
          </ac:picMkLst>
        </pc:picChg>
        <pc:picChg chg="add mod">
          <ac:chgData name="Nguyen, Matthew T" userId="S::mtngu246@cougarnet.uh.edu::5d2eb7df-d5f8-489c-aace-6b6100de9163" providerId="AD" clId="Web-{FB149C4C-22EE-FFF8-E48A-A5D30E19334D}" dt="2025-11-17T20:25:52.788" v="164"/>
          <ac:picMkLst>
            <pc:docMk/>
            <pc:sldMk cId="996346161" sldId="266"/>
            <ac:picMk id="5" creationId="{34E10D4D-7DFD-12C0-7486-24A78386BC27}"/>
          </ac:picMkLst>
        </pc:picChg>
        <pc:picChg chg="add mod">
          <ac:chgData name="Nguyen, Matthew T" userId="S::mtngu246@cougarnet.uh.edu::5d2eb7df-d5f8-489c-aace-6b6100de9163" providerId="AD" clId="Web-{FB149C4C-22EE-FFF8-E48A-A5D30E19334D}" dt="2025-11-17T20:25:52.788" v="164"/>
          <ac:picMkLst>
            <pc:docMk/>
            <pc:sldMk cId="996346161" sldId="266"/>
            <ac:picMk id="6" creationId="{0D2A58E6-613F-464B-DA3C-78804EC3082D}"/>
          </ac:picMkLst>
        </pc:picChg>
        <pc:picChg chg="add mod ord">
          <ac:chgData name="Nguyen, Matthew T" userId="S::mtngu246@cougarnet.uh.edu::5d2eb7df-d5f8-489c-aace-6b6100de9163" providerId="AD" clId="Web-{FB149C4C-22EE-FFF8-E48A-A5D30E19334D}" dt="2025-11-17T20:25:52.788" v="164"/>
          <ac:picMkLst>
            <pc:docMk/>
            <pc:sldMk cId="996346161" sldId="266"/>
            <ac:picMk id="7" creationId="{4CD8FEEA-6CEC-4F43-894E-402913F1D4DE}"/>
          </ac:picMkLst>
        </pc:picChg>
      </pc:sldChg>
      <pc:sldChg chg="addSp modSp new mod setBg">
        <pc:chgData name="Nguyen, Matthew T" userId="S::mtngu246@cougarnet.uh.edu::5d2eb7df-d5f8-489c-aace-6b6100de9163" providerId="AD" clId="Web-{FB149C4C-22EE-FFF8-E48A-A5D30E19334D}" dt="2025-11-17T20:27:45.256" v="171"/>
        <pc:sldMkLst>
          <pc:docMk/>
          <pc:sldMk cId="2967559985" sldId="267"/>
        </pc:sldMkLst>
        <pc:spChg chg="mod">
          <ac:chgData name="Nguyen, Matthew T" userId="S::mtngu246@cougarnet.uh.edu::5d2eb7df-d5f8-489c-aace-6b6100de9163" providerId="AD" clId="Web-{FB149C4C-22EE-FFF8-E48A-A5D30E19334D}" dt="2025-11-17T20:27:45.256" v="171"/>
          <ac:spMkLst>
            <pc:docMk/>
            <pc:sldMk cId="2967559985" sldId="267"/>
            <ac:spMk id="2" creationId="{D0C5290C-85A0-1EE3-25E1-6F73D8BDDA56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7:45.256" v="171"/>
          <ac:spMkLst>
            <pc:docMk/>
            <pc:sldMk cId="2967559985" sldId="267"/>
            <ac:spMk id="3" creationId="{B3E5084A-9873-A2D1-7447-83DB0AD3DFF0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7:45.256" v="171"/>
          <ac:spMkLst>
            <pc:docMk/>
            <pc:sldMk cId="2967559985" sldId="267"/>
            <ac:spMk id="9" creationId="{0B9EE3F3-89B7-43C3-8651-C4C96830993D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7:45.256" v="171"/>
          <ac:spMkLst>
            <pc:docMk/>
            <pc:sldMk cId="2967559985" sldId="267"/>
            <ac:spMk id="11" creationId="{33AE4636-AEEC-45D6-84D4-7AC2DA48ECF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7:45.256" v="171"/>
          <ac:spMkLst>
            <pc:docMk/>
            <pc:sldMk cId="2967559985" sldId="267"/>
            <ac:spMk id="13" creationId="{8D9CE0F4-2EB2-4F1F-8AAC-DB3571D9FE10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27:45.256" v="171"/>
          <ac:picMkLst>
            <pc:docMk/>
            <pc:sldMk cId="2967559985" sldId="267"/>
            <ac:picMk id="4" creationId="{51A84084-2549-189E-DC69-1FE11BCB78EB}"/>
          </ac:picMkLst>
        </pc:pic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28:58.194" v="194"/>
        <pc:sldMkLst>
          <pc:docMk/>
          <pc:sldMk cId="1149570615" sldId="268"/>
        </pc:sldMkLst>
        <pc:spChg chg="mo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2" creationId="{DBDB4172-3B23-3B9F-4063-A2800096A858}"/>
          </ac:spMkLst>
        </pc:spChg>
        <pc:spChg chg="mod or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3" creationId="{100A0184-9254-E516-A56F-18F0991AAE50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2.178" v="189"/>
          <ac:spMkLst>
            <pc:docMk/>
            <pc:sldMk cId="1149570615" sldId="268"/>
            <ac:spMk id="9" creationId="{92468898-5A6E-4D55-85EC-308E785EE06C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2.178" v="189"/>
          <ac:spMkLst>
            <pc:docMk/>
            <pc:sldMk cId="1149570615" sldId="268"/>
            <ac:spMk id="11" creationId="{3E23A947-2D45-4208-AE2B-64948C87A3EB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2.178" v="189"/>
          <ac:spMkLst>
            <pc:docMk/>
            <pc:sldMk cId="1149570615" sldId="268"/>
            <ac:spMk id="13" creationId="{E5BBB0F9-6A59-4D02-A9C7-A2D6516684CE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4.116" v="191"/>
          <ac:spMkLst>
            <pc:docMk/>
            <pc:sldMk cId="1149570615" sldId="268"/>
            <ac:spMk id="15" creationId="{2B97F24A-32CE-4C1C-A50D-3016B394DCFB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4.116" v="191"/>
          <ac:spMkLst>
            <pc:docMk/>
            <pc:sldMk cId="1149570615" sldId="268"/>
            <ac:spMk id="16" creationId="{CD8B4F24-440B-49E9-B85D-733523DC064B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17" creationId="{7A5F0580-5EE9-419F-96EE-B6529EF6E7D0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8.178" v="193"/>
          <ac:spMkLst>
            <pc:docMk/>
            <pc:sldMk cId="1149570615" sldId="268"/>
            <ac:spMk id="18" creationId="{7FF47CB7-972F-479F-A36D-9E72D26EC8D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8.178" v="193"/>
          <ac:spMkLst>
            <pc:docMk/>
            <pc:sldMk cId="1149570615" sldId="268"/>
            <ac:spMk id="19" creationId="{0D153B68-5844-490D-8E67-F616D6D721C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28:58.178" v="193"/>
          <ac:spMkLst>
            <pc:docMk/>
            <pc:sldMk cId="1149570615" sldId="268"/>
            <ac:spMk id="20" creationId="{9A0D773F-7A7D-4DBB-9DEA-86BB8B8F4BC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22" creationId="{0288C6B4-AFC3-407F-A595-EFFD38D4CCAF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23" creationId="{CF236821-17FE-429B-8D2C-08E13A64EA40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24" creationId="{C0BDBCD2-E081-43AB-9119-C55465E59757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8:58.194" v="194"/>
          <ac:spMkLst>
            <pc:docMk/>
            <pc:sldMk cId="1149570615" sldId="268"/>
            <ac:spMk id="25" creationId="{98E79BE4-34FE-485A-98A5-92CE8F7C4743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28:58.194" v="194"/>
          <ac:picMkLst>
            <pc:docMk/>
            <pc:sldMk cId="1149570615" sldId="268"/>
            <ac:picMk id="4" creationId="{45960218-485C-70DD-344E-D5AAAED656ED}"/>
          </ac:picMkLst>
        </pc:picChg>
      </pc:sldChg>
      <pc:sldChg chg="addSp modSp new mod setBg">
        <pc:chgData name="Nguyen, Matthew T" userId="S::mtngu246@cougarnet.uh.edu::5d2eb7df-d5f8-489c-aace-6b6100de9163" providerId="AD" clId="Web-{FB149C4C-22EE-FFF8-E48A-A5D30E19334D}" dt="2025-11-17T20:29:39.834" v="204"/>
        <pc:sldMkLst>
          <pc:docMk/>
          <pc:sldMk cId="4223855128" sldId="269"/>
        </pc:sldMkLst>
        <pc:spChg chg="mod">
          <ac:chgData name="Nguyen, Matthew T" userId="S::mtngu246@cougarnet.uh.edu::5d2eb7df-d5f8-489c-aace-6b6100de9163" providerId="AD" clId="Web-{FB149C4C-22EE-FFF8-E48A-A5D30E19334D}" dt="2025-11-17T20:29:39.834" v="204"/>
          <ac:spMkLst>
            <pc:docMk/>
            <pc:sldMk cId="4223855128" sldId="269"/>
            <ac:spMk id="2" creationId="{9AA0161F-4F99-567B-5055-245FA1D9F476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29:39.834" v="204"/>
          <ac:spMkLst>
            <pc:docMk/>
            <pc:sldMk cId="4223855128" sldId="269"/>
            <ac:spMk id="3" creationId="{43877ACA-95A1-4AFE-167D-CA4B37A8D2D1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9:39.834" v="204"/>
          <ac:spMkLst>
            <pc:docMk/>
            <pc:sldMk cId="4223855128" sldId="269"/>
            <ac:spMk id="9" creationId="{1E020063-2385-44AC-BD67-258E1F0B9FCE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29:39.834" v="204"/>
          <ac:spMkLst>
            <pc:docMk/>
            <pc:sldMk cId="4223855128" sldId="269"/>
            <ac:spMk id="11" creationId="{7E014A0B-5338-4077-AFE9-A90D04D4492B}"/>
          </ac:spMkLst>
        </pc:spChg>
        <pc:grpChg chg="add">
          <ac:chgData name="Nguyen, Matthew T" userId="S::mtngu246@cougarnet.uh.edu::5d2eb7df-d5f8-489c-aace-6b6100de9163" providerId="AD" clId="Web-{FB149C4C-22EE-FFF8-E48A-A5D30E19334D}" dt="2025-11-17T20:29:39.834" v="204"/>
          <ac:grpSpMkLst>
            <pc:docMk/>
            <pc:sldMk cId="4223855128" sldId="269"/>
            <ac:grpSpMk id="13" creationId="{78127680-150F-4A90-9950-F66392578116}"/>
          </ac:grpSpMkLst>
        </pc:grpChg>
        <pc:grpChg chg="add">
          <ac:chgData name="Nguyen, Matthew T" userId="S::mtngu246@cougarnet.uh.edu::5d2eb7df-d5f8-489c-aace-6b6100de9163" providerId="AD" clId="Web-{FB149C4C-22EE-FFF8-E48A-A5D30E19334D}" dt="2025-11-17T20:29:39.834" v="204"/>
          <ac:grpSpMkLst>
            <pc:docMk/>
            <pc:sldMk cId="4223855128" sldId="269"/>
            <ac:grpSpMk id="19" creationId="{466920E5-8640-4C24-A775-8647637094A7}"/>
          </ac:grpSpMkLst>
        </pc:grpChg>
        <pc:picChg chg="add mod">
          <ac:chgData name="Nguyen, Matthew T" userId="S::mtngu246@cougarnet.uh.edu::5d2eb7df-d5f8-489c-aace-6b6100de9163" providerId="AD" clId="Web-{FB149C4C-22EE-FFF8-E48A-A5D30E19334D}" dt="2025-11-17T20:29:39.834" v="204"/>
          <ac:picMkLst>
            <pc:docMk/>
            <pc:sldMk cId="4223855128" sldId="269"/>
            <ac:picMk id="4" creationId="{173A0BF7-B009-C805-CAD4-B2BBB8C494FA}"/>
          </ac:picMkLst>
        </pc:picChg>
      </pc:sldChg>
      <pc:sldChg chg="addSp modSp new mod setBg">
        <pc:chgData name="Nguyen, Matthew T" userId="S::mtngu246@cougarnet.uh.edu::5d2eb7df-d5f8-489c-aace-6b6100de9163" providerId="AD" clId="Web-{FB149C4C-22EE-FFF8-E48A-A5D30E19334D}" dt="2025-11-17T20:30:23.553" v="216"/>
        <pc:sldMkLst>
          <pc:docMk/>
          <pc:sldMk cId="1080220005" sldId="270"/>
        </pc:sldMkLst>
        <pc:spChg chg="mo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2" creationId="{56F6A772-53A7-848D-F9B4-161115CC0304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3" creationId="{F9ACFF51-D2F9-1A03-B9DA-80702BF15792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9" creationId="{0288C6B4-AFC3-407F-A595-EFFD38D4CCAF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11" creationId="{CF236821-17FE-429B-8D2C-08E13A64EA40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13" creationId="{C0BDBCD2-E081-43AB-9119-C55465E59757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15" creationId="{98E79BE4-34FE-485A-98A5-92CE8F7C4743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0:23.553" v="216"/>
          <ac:spMkLst>
            <pc:docMk/>
            <pc:sldMk cId="1080220005" sldId="270"/>
            <ac:spMk id="17" creationId="{7A5F0580-5EE9-419F-96EE-B6529EF6E7D0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30:23.553" v="216"/>
          <ac:picMkLst>
            <pc:docMk/>
            <pc:sldMk cId="1080220005" sldId="270"/>
            <ac:picMk id="4" creationId="{9B325516-37F1-1221-9042-7AA9575DF9C2}"/>
          </ac:picMkLst>
        </pc:picChg>
      </pc:sldChg>
      <pc:sldChg chg="addSp modSp new mod setBg">
        <pc:chgData name="Nguyen, Matthew T" userId="S::mtngu246@cougarnet.uh.edu::5d2eb7df-d5f8-489c-aace-6b6100de9163" providerId="AD" clId="Web-{FB149C4C-22EE-FFF8-E48A-A5D30E19334D}" dt="2025-11-17T20:30:55.866" v="223"/>
        <pc:sldMkLst>
          <pc:docMk/>
          <pc:sldMk cId="4253731944" sldId="271"/>
        </pc:sldMkLst>
        <pc:spChg chg="mod">
          <ac:chgData name="Nguyen, Matthew T" userId="S::mtngu246@cougarnet.uh.edu::5d2eb7df-d5f8-489c-aace-6b6100de9163" providerId="AD" clId="Web-{FB149C4C-22EE-FFF8-E48A-A5D30E19334D}" dt="2025-11-17T20:30:55.866" v="223"/>
          <ac:spMkLst>
            <pc:docMk/>
            <pc:sldMk cId="4253731944" sldId="271"/>
            <ac:spMk id="2" creationId="{EA7F6286-5718-3E66-0DC1-A579DC9CDCAC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30:55.866" v="223"/>
          <ac:spMkLst>
            <pc:docMk/>
            <pc:sldMk cId="4253731944" sldId="271"/>
            <ac:spMk id="3" creationId="{99F334E1-ED1E-4501-EF08-0DE721E91B0E}"/>
          </ac:spMkLst>
        </pc:spChg>
        <pc:grpChg chg="add">
          <ac:chgData name="Nguyen, Matthew T" userId="S::mtngu246@cougarnet.uh.edu::5d2eb7df-d5f8-489c-aace-6b6100de9163" providerId="AD" clId="Web-{FB149C4C-22EE-FFF8-E48A-A5D30E19334D}" dt="2025-11-17T20:30:55.866" v="223"/>
          <ac:grpSpMkLst>
            <pc:docMk/>
            <pc:sldMk cId="4253731944" sldId="271"/>
            <ac:grpSpMk id="9" creationId="{6258F736-B256-8039-9DC6-F4E49A5C5AD5}"/>
          </ac:grpSpMkLst>
        </pc:grpChg>
        <pc:picChg chg="add mod">
          <ac:chgData name="Nguyen, Matthew T" userId="S::mtngu246@cougarnet.uh.edu::5d2eb7df-d5f8-489c-aace-6b6100de9163" providerId="AD" clId="Web-{FB149C4C-22EE-FFF8-E48A-A5D30E19334D}" dt="2025-11-17T20:30:55.866" v="223"/>
          <ac:picMkLst>
            <pc:docMk/>
            <pc:sldMk cId="4253731944" sldId="271"/>
            <ac:picMk id="4" creationId="{CE547CB5-CB46-C51A-6D2D-8AA0AB715AC3}"/>
          </ac:picMkLst>
        </pc:pic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32:43.787" v="235"/>
        <pc:sldMkLst>
          <pc:docMk/>
          <pc:sldMk cId="234793969" sldId="272"/>
        </pc:sldMkLst>
        <pc:spChg chg="mod">
          <ac:chgData name="Nguyen, Matthew T" userId="S::mtngu246@cougarnet.uh.edu::5d2eb7df-d5f8-489c-aace-6b6100de9163" providerId="AD" clId="Web-{FB149C4C-22EE-FFF8-E48A-A5D30E19334D}" dt="2025-11-17T20:32:43.787" v="235"/>
          <ac:spMkLst>
            <pc:docMk/>
            <pc:sldMk cId="234793969" sldId="272"/>
            <ac:spMk id="2" creationId="{0BC8D3AA-0D2C-FE9F-3948-41ECDB9B611F}"/>
          </ac:spMkLst>
        </pc:spChg>
        <pc:spChg chg="add del mod">
          <ac:chgData name="Nguyen, Matthew T" userId="S::mtngu246@cougarnet.uh.edu::5d2eb7df-d5f8-489c-aace-6b6100de9163" providerId="AD" clId="Web-{FB149C4C-22EE-FFF8-E48A-A5D30E19334D}" dt="2025-11-17T20:32:43.787" v="235"/>
          <ac:spMkLst>
            <pc:docMk/>
            <pc:sldMk cId="234793969" sldId="272"/>
            <ac:spMk id="3" creationId="{595C8017-82B3-2121-7B6F-B973FFC8BD4E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2:43.772" v="234"/>
          <ac:spMkLst>
            <pc:docMk/>
            <pc:sldMk cId="234793969" sldId="272"/>
            <ac:spMk id="10" creationId="{058A14AF-9FB5-4CC7-BA35-E8E85D3EDF0E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2:43.772" v="234"/>
          <ac:spMkLst>
            <pc:docMk/>
            <pc:sldMk cId="234793969" sldId="272"/>
            <ac:spMk id="12" creationId="{3A9A4357-BD1D-4622-A4FE-766E6AB8DE84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2:43.772" v="234"/>
          <ac:spMkLst>
            <pc:docMk/>
            <pc:sldMk cId="234793969" sldId="272"/>
            <ac:spMk id="14" creationId="{E659831F-0D9A-4C63-9EBB-8435B85A440F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2:43.772" v="234"/>
          <ac:spMkLst>
            <pc:docMk/>
            <pc:sldMk cId="234793969" sldId="272"/>
            <ac:spMk id="16" creationId="{E6995CE5-F890-4ABA-82A2-26507CE8D2A3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2:43.787" v="235"/>
          <ac:spMkLst>
            <pc:docMk/>
            <pc:sldMk cId="234793969" sldId="272"/>
            <ac:spMk id="18" creationId="{0B9EE3F3-89B7-43C3-8651-C4C96830993D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2:43.787" v="235"/>
          <ac:spMkLst>
            <pc:docMk/>
            <pc:sldMk cId="234793969" sldId="272"/>
            <ac:spMk id="19" creationId="{33AE4636-AEEC-45D6-84D4-7AC2DA48ECF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2:43.787" v="235"/>
          <ac:spMkLst>
            <pc:docMk/>
            <pc:sldMk cId="234793969" sldId="272"/>
            <ac:spMk id="20" creationId="{8D9CE0F4-2EB2-4F1F-8AAC-DB3571D9FE10}"/>
          </ac:spMkLst>
        </pc:spChg>
        <pc:picChg chg="add del mod ord">
          <ac:chgData name="Nguyen, Matthew T" userId="S::mtngu246@cougarnet.uh.edu::5d2eb7df-d5f8-489c-aace-6b6100de9163" providerId="AD" clId="Web-{FB149C4C-22EE-FFF8-E48A-A5D30E19334D}" dt="2025-11-17T20:32:14.787" v="229"/>
          <ac:picMkLst>
            <pc:docMk/>
            <pc:sldMk cId="234793969" sldId="272"/>
            <ac:picMk id="4" creationId="{71DCF3BE-6835-2D76-E221-7536986D7C94}"/>
          </ac:picMkLst>
        </pc:picChg>
        <pc:picChg chg="add mod">
          <ac:chgData name="Nguyen, Matthew T" userId="S::mtngu246@cougarnet.uh.edu::5d2eb7df-d5f8-489c-aace-6b6100de9163" providerId="AD" clId="Web-{FB149C4C-22EE-FFF8-E48A-A5D30E19334D}" dt="2025-11-17T20:32:43.787" v="235"/>
          <ac:picMkLst>
            <pc:docMk/>
            <pc:sldMk cId="234793969" sldId="272"/>
            <ac:picMk id="5" creationId="{AAB6B474-1778-4F1E-7A34-0D5BB5450357}"/>
          </ac:picMkLst>
        </pc:pic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33:41.053" v="250"/>
        <pc:sldMkLst>
          <pc:docMk/>
          <pc:sldMk cId="1085418986" sldId="273"/>
        </pc:sldMkLst>
        <pc:spChg chg="mod">
          <ac:chgData name="Nguyen, Matthew T" userId="S::mtngu246@cougarnet.uh.edu::5d2eb7df-d5f8-489c-aace-6b6100de9163" providerId="AD" clId="Web-{FB149C4C-22EE-FFF8-E48A-A5D30E19334D}" dt="2025-11-17T20:33:41.053" v="250"/>
          <ac:spMkLst>
            <pc:docMk/>
            <pc:sldMk cId="1085418986" sldId="273"/>
            <ac:spMk id="2" creationId="{9FEB6E8B-97B2-EDD3-C5D0-04FD47CF82C6}"/>
          </ac:spMkLst>
        </pc:spChg>
        <pc:spChg chg="add del mod">
          <ac:chgData name="Nguyen, Matthew T" userId="S::mtngu246@cougarnet.uh.edu::5d2eb7df-d5f8-489c-aace-6b6100de9163" providerId="AD" clId="Web-{FB149C4C-22EE-FFF8-E48A-A5D30E19334D}" dt="2025-11-17T20:33:41.053" v="250"/>
          <ac:spMkLst>
            <pc:docMk/>
            <pc:sldMk cId="1085418986" sldId="273"/>
            <ac:spMk id="3" creationId="{28438A36-8C9B-543D-F480-79341B7B1ED4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3:41.053" v="250"/>
          <ac:spMkLst>
            <pc:docMk/>
            <pc:sldMk cId="1085418986" sldId="273"/>
            <ac:spMk id="10" creationId="{45D37F4E-DDB4-456B-97E0-9937730A039F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3:41.053" v="250"/>
          <ac:spMkLst>
            <pc:docMk/>
            <pc:sldMk cId="1085418986" sldId="273"/>
            <ac:spMk id="12" creationId="{B2DD41CD-8F47-4F56-AD12-4E2FF7696987}"/>
          </ac:spMkLst>
        </pc:spChg>
        <pc:picChg chg="add del mod ord">
          <ac:chgData name="Nguyen, Matthew T" userId="S::mtngu246@cougarnet.uh.edu::5d2eb7df-d5f8-489c-aace-6b6100de9163" providerId="AD" clId="Web-{FB149C4C-22EE-FFF8-E48A-A5D30E19334D}" dt="2025-11-17T20:33:10.834" v="241"/>
          <ac:picMkLst>
            <pc:docMk/>
            <pc:sldMk cId="1085418986" sldId="273"/>
            <ac:picMk id="4" creationId="{15B68C5D-C187-BEA9-16C0-6C4518AD3FAD}"/>
          </ac:picMkLst>
        </pc:picChg>
        <pc:picChg chg="add mod">
          <ac:chgData name="Nguyen, Matthew T" userId="S::mtngu246@cougarnet.uh.edu::5d2eb7df-d5f8-489c-aace-6b6100de9163" providerId="AD" clId="Web-{FB149C4C-22EE-FFF8-E48A-A5D30E19334D}" dt="2025-11-17T20:33:41.053" v="250"/>
          <ac:picMkLst>
            <pc:docMk/>
            <pc:sldMk cId="1085418986" sldId="273"/>
            <ac:picMk id="5" creationId="{20BF4157-205C-1C10-C5DD-2D9638A161CC}"/>
          </ac:picMkLst>
        </pc:pic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34:11.944" v="260"/>
        <pc:sldMkLst>
          <pc:docMk/>
          <pc:sldMk cId="696946298" sldId="274"/>
        </pc:sldMkLst>
        <pc:spChg chg="mod">
          <ac:chgData name="Nguyen, Matthew T" userId="S::mtngu246@cougarnet.uh.edu::5d2eb7df-d5f8-489c-aace-6b6100de9163" providerId="AD" clId="Web-{FB149C4C-22EE-FFF8-E48A-A5D30E19334D}" dt="2025-11-17T20:34:11.944" v="260"/>
          <ac:spMkLst>
            <pc:docMk/>
            <pc:sldMk cId="696946298" sldId="274"/>
            <ac:spMk id="2" creationId="{DE42923A-3233-DE02-14CD-00C678080369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34:11.944" v="260"/>
          <ac:spMkLst>
            <pc:docMk/>
            <pc:sldMk cId="696946298" sldId="274"/>
            <ac:spMk id="3" creationId="{3C527ABB-D696-3C4D-A426-5E6DBFFC0257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09.850" v="257"/>
          <ac:spMkLst>
            <pc:docMk/>
            <pc:sldMk cId="696946298" sldId="274"/>
            <ac:spMk id="9" creationId="{117AB3D3-3C9C-4DED-809A-78734805B895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09.850" v="257"/>
          <ac:spMkLst>
            <pc:docMk/>
            <pc:sldMk cId="696946298" sldId="274"/>
            <ac:spMk id="11" creationId="{3A9A4357-BD1D-4622-A4FE-766E6AB8DE84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09.850" v="257"/>
          <ac:spMkLst>
            <pc:docMk/>
            <pc:sldMk cId="696946298" sldId="274"/>
            <ac:spMk id="13" creationId="{E659831F-0D9A-4C63-9EBB-8435B85A440F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09.850" v="257"/>
          <ac:spMkLst>
            <pc:docMk/>
            <pc:sldMk cId="696946298" sldId="274"/>
            <ac:spMk id="15" creationId="{E6995CE5-F890-4ABA-82A2-26507CE8D2A3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11.928" v="259"/>
          <ac:spMkLst>
            <pc:docMk/>
            <pc:sldMk cId="696946298" sldId="274"/>
            <ac:spMk id="17" creationId="{7FF47CB7-972F-479F-A36D-9E72D26EC8D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11.928" v="259"/>
          <ac:spMkLst>
            <pc:docMk/>
            <pc:sldMk cId="696946298" sldId="274"/>
            <ac:spMk id="18" creationId="{0D153B68-5844-490D-8E67-F616D6D721CA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34:11.928" v="259"/>
          <ac:spMkLst>
            <pc:docMk/>
            <pc:sldMk cId="696946298" sldId="274"/>
            <ac:spMk id="19" creationId="{9A0D773F-7A7D-4DBB-9DEA-86BB8B8F4BC8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4:11.944" v="260"/>
          <ac:spMkLst>
            <pc:docMk/>
            <pc:sldMk cId="696946298" sldId="274"/>
            <ac:spMk id="21" creationId="{2B97F24A-32CE-4C1C-A50D-3016B394DCFB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4:11.944" v="260"/>
          <ac:spMkLst>
            <pc:docMk/>
            <pc:sldMk cId="696946298" sldId="274"/>
            <ac:spMk id="22" creationId="{CD8B4F24-440B-49E9-B85D-733523DC064B}"/>
          </ac:spMkLst>
        </pc:spChg>
        <pc:picChg chg="add mod">
          <ac:chgData name="Nguyen, Matthew T" userId="S::mtngu246@cougarnet.uh.edu::5d2eb7df-d5f8-489c-aace-6b6100de9163" providerId="AD" clId="Web-{FB149C4C-22EE-FFF8-E48A-A5D30E19334D}" dt="2025-11-17T20:34:11.944" v="260"/>
          <ac:picMkLst>
            <pc:docMk/>
            <pc:sldMk cId="696946298" sldId="274"/>
            <ac:picMk id="4" creationId="{71E8FDA1-49BC-121F-DE39-E869E62B2BA4}"/>
          </ac:picMkLst>
        </pc:picChg>
      </pc:sldChg>
      <pc:sldChg chg="addSp modSp new add del mod setBg">
        <pc:chgData name="Nguyen, Matthew T" userId="S::mtngu246@cougarnet.uh.edu::5d2eb7df-d5f8-489c-aace-6b6100de9163" providerId="AD" clId="Web-{FB149C4C-22EE-FFF8-E48A-A5D30E19334D}" dt="2025-11-17T20:35:34.678" v="295"/>
        <pc:sldMkLst>
          <pc:docMk/>
          <pc:sldMk cId="3730387148" sldId="275"/>
        </pc:sldMkLst>
        <pc:spChg chg="mo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2" creationId="{6A859145-EC56-9084-7B0D-9F468D8053F1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3" creationId="{C3BF459E-7207-7683-1C2D-ACBE62DC9FE4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10" creationId="{8F7AFB9A-7364-478C-B48B-8523CDD9AE8D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12" creationId="{36678033-86B6-40E6-BE90-78D8ED4E3A31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14" creationId="{D2542E1A-076E-4A34-BB67-2BF961754E0C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16" creationId="{75C56826-D4E5-42ED-8529-079651CB3005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35:34.678" v="295"/>
          <ac:spMkLst>
            <pc:docMk/>
            <pc:sldMk cId="3730387148" sldId="275"/>
            <ac:spMk id="18" creationId="{82095FCE-EF05-4443-B97A-85DEE3A5CA17}"/>
          </ac:spMkLst>
        </pc:spChg>
        <pc:picChg chg="add mod ord">
          <ac:chgData name="Nguyen, Matthew T" userId="S::mtngu246@cougarnet.uh.edu::5d2eb7df-d5f8-489c-aace-6b6100de9163" providerId="AD" clId="Web-{FB149C4C-22EE-FFF8-E48A-A5D30E19334D}" dt="2025-11-17T20:35:34.678" v="295"/>
          <ac:picMkLst>
            <pc:docMk/>
            <pc:sldMk cId="3730387148" sldId="275"/>
            <ac:picMk id="4" creationId="{1094934E-A54A-205B-6249-C55B843ACDE3}"/>
          </ac:picMkLst>
        </pc:picChg>
        <pc:picChg chg="add mod">
          <ac:chgData name="Nguyen, Matthew T" userId="S::mtngu246@cougarnet.uh.edu::5d2eb7df-d5f8-489c-aace-6b6100de9163" providerId="AD" clId="Web-{FB149C4C-22EE-FFF8-E48A-A5D30E19334D}" dt="2025-11-17T20:35:34.678" v="295"/>
          <ac:picMkLst>
            <pc:docMk/>
            <pc:sldMk cId="3730387148" sldId="275"/>
            <ac:picMk id="5" creationId="{5A480E06-11C3-CDE2-AAE5-1F550A817097}"/>
          </ac:picMkLst>
        </pc:picChg>
      </pc:sldChg>
      <pc:sldChg chg="addSp delSp modSp new mod setBg">
        <pc:chgData name="Nguyen, Matthew T" userId="S::mtngu246@cougarnet.uh.edu::5d2eb7df-d5f8-489c-aace-6b6100de9163" providerId="AD" clId="Web-{FB149C4C-22EE-FFF8-E48A-A5D30E19334D}" dt="2025-11-17T20:52:27.203" v="342"/>
        <pc:sldMkLst>
          <pc:docMk/>
          <pc:sldMk cId="1464125429" sldId="276"/>
        </pc:sldMkLst>
        <pc:spChg chg="mod">
          <ac:chgData name="Nguyen, Matthew T" userId="S::mtngu246@cougarnet.uh.edu::5d2eb7df-d5f8-489c-aace-6b6100de9163" providerId="AD" clId="Web-{FB149C4C-22EE-FFF8-E48A-A5D30E19334D}" dt="2025-11-17T20:52:27.203" v="342"/>
          <ac:spMkLst>
            <pc:docMk/>
            <pc:sldMk cId="1464125429" sldId="276"/>
            <ac:spMk id="2" creationId="{99BA2CD1-801E-6F51-380B-5404C2247891}"/>
          </ac:spMkLst>
        </pc:spChg>
        <pc:spChg chg="mod">
          <ac:chgData name="Nguyen, Matthew T" userId="S::mtngu246@cougarnet.uh.edu::5d2eb7df-d5f8-489c-aace-6b6100de9163" providerId="AD" clId="Web-{FB149C4C-22EE-FFF8-E48A-A5D30E19334D}" dt="2025-11-17T20:52:27.203" v="342"/>
          <ac:spMkLst>
            <pc:docMk/>
            <pc:sldMk cId="1464125429" sldId="276"/>
            <ac:spMk id="3" creationId="{34D80914-0670-B673-01B7-B0176A5A1FCE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52:27.187" v="341"/>
          <ac:spMkLst>
            <pc:docMk/>
            <pc:sldMk cId="1464125429" sldId="276"/>
            <ac:spMk id="8" creationId="{18873D23-2DCF-4B31-A009-95721C06E8E1}"/>
          </ac:spMkLst>
        </pc:spChg>
        <pc:spChg chg="add del">
          <ac:chgData name="Nguyen, Matthew T" userId="S::mtngu246@cougarnet.uh.edu::5d2eb7df-d5f8-489c-aace-6b6100de9163" providerId="AD" clId="Web-{FB149C4C-22EE-FFF8-E48A-A5D30E19334D}" dt="2025-11-17T20:52:27.187" v="341"/>
          <ac:spMkLst>
            <pc:docMk/>
            <pc:sldMk cId="1464125429" sldId="276"/>
            <ac:spMk id="10" creationId="{C13EF075-D4EF-4929-ADBC-91B27DA19955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52:27.203" v="342"/>
          <ac:spMkLst>
            <pc:docMk/>
            <pc:sldMk cId="1464125429" sldId="276"/>
            <ac:spMk id="18" creationId="{87BF42CA-AD55-48B4-8949-C4DCA60A6AEE}"/>
          </ac:spMkLst>
        </pc:spChg>
        <pc:spChg chg="add">
          <ac:chgData name="Nguyen, Matthew T" userId="S::mtngu246@cougarnet.uh.edu::5d2eb7df-d5f8-489c-aace-6b6100de9163" providerId="AD" clId="Web-{FB149C4C-22EE-FFF8-E48A-A5D30E19334D}" dt="2025-11-17T20:52:27.203" v="342"/>
          <ac:spMkLst>
            <pc:docMk/>
            <pc:sldMk cId="1464125429" sldId="276"/>
            <ac:spMk id="19" creationId="{66AE1D3D-3106-4CB2-AA7C-0C1642AC0F2E}"/>
          </ac:spMkLst>
        </pc:spChg>
        <pc:grpChg chg="add del">
          <ac:chgData name="Nguyen, Matthew T" userId="S::mtngu246@cougarnet.uh.edu::5d2eb7df-d5f8-489c-aace-6b6100de9163" providerId="AD" clId="Web-{FB149C4C-22EE-FFF8-E48A-A5D30E19334D}" dt="2025-11-17T20:52:27.187" v="341"/>
          <ac:grpSpMkLst>
            <pc:docMk/>
            <pc:sldMk cId="1464125429" sldId="276"/>
            <ac:grpSpMk id="12" creationId="{DAA26DFA-AAB2-4973-9C17-16D587C7B198}"/>
          </ac:grpSpMkLst>
        </pc:grpChg>
        <pc:grpChg chg="add">
          <ac:chgData name="Nguyen, Matthew T" userId="S::mtngu246@cougarnet.uh.edu::5d2eb7df-d5f8-489c-aace-6b6100de9163" providerId="AD" clId="Web-{FB149C4C-22EE-FFF8-E48A-A5D30E19334D}" dt="2025-11-17T20:52:27.203" v="342"/>
          <ac:grpSpMkLst>
            <pc:docMk/>
            <pc:sldMk cId="1464125429" sldId="276"/>
            <ac:grpSpMk id="20" creationId="{0A31B6AF-B711-4CDB-8C2B-16E963DDC4C5}"/>
          </ac:grpSpMkLst>
        </pc:grpChg>
      </pc:sldChg>
      <pc:sldChg chg="addSp delSp modSp new">
        <pc:chgData name="Nguyen, Matthew T" userId="S::mtngu246@cougarnet.uh.edu::5d2eb7df-d5f8-489c-aace-6b6100de9163" providerId="AD" clId="Web-{FB149C4C-22EE-FFF8-E48A-A5D30E19334D}" dt="2025-11-17T20:52:33.344" v="343"/>
        <pc:sldMkLst>
          <pc:docMk/>
          <pc:sldMk cId="762950075" sldId="277"/>
        </pc:sldMkLst>
        <pc:spChg chg="mod">
          <ac:chgData name="Nguyen, Matthew T" userId="S::mtngu246@cougarnet.uh.edu::5d2eb7df-d5f8-489c-aace-6b6100de9163" providerId="AD" clId="Web-{FB149C4C-22EE-FFF8-E48A-A5D30E19334D}" dt="2025-11-17T20:36:03.193" v="306" actId="20577"/>
          <ac:spMkLst>
            <pc:docMk/>
            <pc:sldMk cId="762950075" sldId="277"/>
            <ac:spMk id="2" creationId="{7287D411-FA18-787D-B402-0C23AF66012B}"/>
          </ac:spMkLst>
        </pc:spChg>
        <pc:spChg chg="del mod">
          <ac:chgData name="Nguyen, Matthew T" userId="S::mtngu246@cougarnet.uh.edu::5d2eb7df-d5f8-489c-aace-6b6100de9163" providerId="AD" clId="Web-{FB149C4C-22EE-FFF8-E48A-A5D30E19334D}" dt="2025-11-17T20:52:33.344" v="343"/>
          <ac:spMkLst>
            <pc:docMk/>
            <pc:sldMk cId="762950075" sldId="277"/>
            <ac:spMk id="3" creationId="{D29C23F0-C647-6070-DE2D-87C1EA8E376E}"/>
          </ac:spMkLst>
        </pc:spChg>
        <pc:graphicFrameChg chg="add">
          <ac:chgData name="Nguyen, Matthew T" userId="S::mtngu246@cougarnet.uh.edu::5d2eb7df-d5f8-489c-aace-6b6100de9163" providerId="AD" clId="Web-{FB149C4C-22EE-FFF8-E48A-A5D30E19334D}" dt="2025-11-17T20:52:33.344" v="343"/>
          <ac:graphicFrameMkLst>
            <pc:docMk/>
            <pc:sldMk cId="762950075" sldId="277"/>
            <ac:graphicFrameMk id="5" creationId="{0CF3B5DA-9E2F-49DC-5521-5A4B516B0C1B}"/>
          </ac:graphicFrameMkLst>
        </pc:graphicFrameChg>
      </pc:sldChg>
    </pc:docChg>
  </pc:docChgLst>
  <pc:docChgLst>
    <pc:chgData name="Nguyen, Matthew T" userId="S::mtngu246@cougarnet.uh.edu::5d2eb7df-d5f8-489c-aace-6b6100de9163" providerId="AD" clId="Web-{81407A58-30BA-8598-34D3-2C1820333BE0}"/>
    <pc:docChg chg="addSld delSld modSld sldOrd modSection">
      <pc:chgData name="Nguyen, Matthew T" userId="S::mtngu246@cougarnet.uh.edu::5d2eb7df-d5f8-489c-aace-6b6100de9163" providerId="AD" clId="Web-{81407A58-30BA-8598-34D3-2C1820333BE0}" dt="2025-11-18T01:41:57.811" v="161"/>
      <pc:docMkLst>
        <pc:docMk/>
      </pc:docMkLst>
      <pc:sldChg chg="ord">
        <pc:chgData name="Nguyen, Matthew T" userId="S::mtngu246@cougarnet.uh.edu::5d2eb7df-d5f8-489c-aace-6b6100de9163" providerId="AD" clId="Web-{81407A58-30BA-8598-34D3-2C1820333BE0}" dt="2025-11-18T01:24:32.789" v="160"/>
        <pc:sldMkLst>
          <pc:docMk/>
          <pc:sldMk cId="109857222" sldId="256"/>
        </pc:sldMkLst>
      </pc:sldChg>
      <pc:sldChg chg="addSp delSp">
        <pc:chgData name="Nguyen, Matthew T" userId="S::mtngu246@cougarnet.uh.edu::5d2eb7df-d5f8-489c-aace-6b6100de9163" providerId="AD" clId="Web-{81407A58-30BA-8598-34D3-2C1820333BE0}" dt="2025-11-18T01:10:05.928" v="121"/>
        <pc:sldMkLst>
          <pc:docMk/>
          <pc:sldMk cId="2308920846" sldId="258"/>
        </pc:sldMkLst>
        <pc:spChg chg="add del">
          <ac:chgData name="Nguyen, Matthew T" userId="S::mtngu246@cougarnet.uh.edu::5d2eb7df-d5f8-489c-aace-6b6100de9163" providerId="AD" clId="Web-{81407A58-30BA-8598-34D3-2C1820333BE0}" dt="2025-11-18T01:10:05.928" v="121"/>
          <ac:spMkLst>
            <pc:docMk/>
            <pc:sldMk cId="2308920846" sldId="258"/>
            <ac:spMk id="3" creationId="{8D4B704A-6DFC-3E49-2EAE-7B44B7EED173}"/>
          </ac:spMkLst>
        </pc:spChg>
        <pc:graphicFrameChg chg="add del">
          <ac:chgData name="Nguyen, Matthew T" userId="S::mtngu246@cougarnet.uh.edu::5d2eb7df-d5f8-489c-aace-6b6100de9163" providerId="AD" clId="Web-{81407A58-30BA-8598-34D3-2C1820333BE0}" dt="2025-11-18T01:10:01.319" v="117"/>
          <ac:graphicFrameMkLst>
            <pc:docMk/>
            <pc:sldMk cId="2308920846" sldId="258"/>
            <ac:graphicFrameMk id="27" creationId="{A80198A2-BE92-4393-184C-F80E10A8A8EF}"/>
          </ac:graphicFrameMkLst>
        </pc:graphicFrameChg>
        <pc:graphicFrameChg chg="add del">
          <ac:chgData name="Nguyen, Matthew T" userId="S::mtngu246@cougarnet.uh.edu::5d2eb7df-d5f8-489c-aace-6b6100de9163" providerId="AD" clId="Web-{81407A58-30BA-8598-34D3-2C1820333BE0}" dt="2025-11-18T01:10:03.741" v="119"/>
          <ac:graphicFrameMkLst>
            <pc:docMk/>
            <pc:sldMk cId="2308920846" sldId="258"/>
            <ac:graphicFrameMk id="29" creationId="{61C0977E-C865-F6B2-065A-EDE0CACA3F74}"/>
          </ac:graphicFrameMkLst>
        </pc:graphicFrameChg>
        <pc:graphicFrameChg chg="add del">
          <ac:chgData name="Nguyen, Matthew T" userId="S::mtngu246@cougarnet.uh.edu::5d2eb7df-d5f8-489c-aace-6b6100de9163" providerId="AD" clId="Web-{81407A58-30BA-8598-34D3-2C1820333BE0}" dt="2025-11-18T01:10:05.928" v="121"/>
          <ac:graphicFrameMkLst>
            <pc:docMk/>
            <pc:sldMk cId="2308920846" sldId="258"/>
            <ac:graphicFrameMk id="31" creationId="{558A6DD6-F9EA-54EF-A743-A52FE66CFDA2}"/>
          </ac:graphicFrameMkLst>
        </pc:graphicFrameChg>
      </pc:sldChg>
      <pc:sldChg chg="addSp delSp modSp">
        <pc:chgData name="Nguyen, Matthew T" userId="S::mtngu246@cougarnet.uh.edu::5d2eb7df-d5f8-489c-aace-6b6100de9163" providerId="AD" clId="Web-{81407A58-30BA-8598-34D3-2C1820333BE0}" dt="2025-11-18T01:10:39.116" v="132"/>
        <pc:sldMkLst>
          <pc:docMk/>
          <pc:sldMk cId="3531498706" sldId="262"/>
        </pc:sldMkLst>
        <pc:spChg chg="mod">
          <ac:chgData name="Nguyen, Matthew T" userId="S::mtngu246@cougarnet.uh.edu::5d2eb7df-d5f8-489c-aace-6b6100de9163" providerId="AD" clId="Web-{81407A58-30BA-8598-34D3-2C1820333BE0}" dt="2025-11-18T01:10:39.116" v="132"/>
          <ac:spMkLst>
            <pc:docMk/>
            <pc:sldMk cId="3531498706" sldId="262"/>
            <ac:spMk id="2" creationId="{83DA733B-FB44-97F3-4AA9-B31F46870A91}"/>
          </ac:spMkLst>
        </pc:spChg>
        <pc:spChg chg="mod">
          <ac:chgData name="Nguyen, Matthew T" userId="S::mtngu246@cougarnet.uh.edu::5d2eb7df-d5f8-489c-aace-6b6100de9163" providerId="AD" clId="Web-{81407A58-30BA-8598-34D3-2C1820333BE0}" dt="2025-11-18T01:10:39.116" v="132"/>
          <ac:spMkLst>
            <pc:docMk/>
            <pc:sldMk cId="3531498706" sldId="262"/>
            <ac:spMk id="3" creationId="{17FE88E8-F5E4-C607-79DD-01CABD38A98A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30.787" v="127"/>
          <ac:spMkLst>
            <pc:docMk/>
            <pc:sldMk cId="3531498706" sldId="262"/>
            <ac:spMk id="36" creationId="{E81BF4F6-F2CF-4984-9D14-D6966D92F99F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30.787" v="127"/>
          <ac:spMkLst>
            <pc:docMk/>
            <pc:sldMk cId="3531498706" sldId="262"/>
            <ac:spMk id="38" creationId="{C0763A76-9F1C-4FC5-82B7-DD475DA461B2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35.459" v="129"/>
          <ac:spMkLst>
            <pc:docMk/>
            <pc:sldMk cId="3531498706" sldId="262"/>
            <ac:spMk id="40" creationId="{F13C74B1-5B17-4795-BED0-7140497B445A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35.459" v="129"/>
          <ac:spMkLst>
            <pc:docMk/>
            <pc:sldMk cId="3531498706" sldId="262"/>
            <ac:spMk id="41" creationId="{D4974D33-8DC5-464E-8C6D-BE58F0669C17}"/>
          </ac:spMkLst>
        </pc:spChg>
        <pc:spChg chg="add">
          <ac:chgData name="Nguyen, Matthew T" userId="S::mtngu246@cougarnet.uh.edu::5d2eb7df-d5f8-489c-aace-6b6100de9163" providerId="AD" clId="Web-{81407A58-30BA-8598-34D3-2C1820333BE0}" dt="2025-11-18T01:10:39.116" v="132"/>
          <ac:spMkLst>
            <pc:docMk/>
            <pc:sldMk cId="3531498706" sldId="262"/>
            <ac:spMk id="46" creationId="{0B9EE3F3-89B7-43C3-8651-C4C96830993D}"/>
          </ac:spMkLst>
        </pc:spChg>
        <pc:spChg chg="add">
          <ac:chgData name="Nguyen, Matthew T" userId="S::mtngu246@cougarnet.uh.edu::5d2eb7df-d5f8-489c-aace-6b6100de9163" providerId="AD" clId="Web-{81407A58-30BA-8598-34D3-2C1820333BE0}" dt="2025-11-18T01:10:39.116" v="132"/>
          <ac:spMkLst>
            <pc:docMk/>
            <pc:sldMk cId="3531498706" sldId="262"/>
            <ac:spMk id="47" creationId="{33AE4636-AEEC-45D6-84D4-7AC2DA48ECF8}"/>
          </ac:spMkLst>
        </pc:spChg>
        <pc:spChg chg="add">
          <ac:chgData name="Nguyen, Matthew T" userId="S::mtngu246@cougarnet.uh.edu::5d2eb7df-d5f8-489c-aace-6b6100de9163" providerId="AD" clId="Web-{81407A58-30BA-8598-34D3-2C1820333BE0}" dt="2025-11-18T01:10:39.116" v="132"/>
          <ac:spMkLst>
            <pc:docMk/>
            <pc:sldMk cId="3531498706" sldId="262"/>
            <ac:spMk id="48" creationId="{8D9CE0F4-2EB2-4F1F-8AAC-DB3571D9FE10}"/>
          </ac:spMkLst>
        </pc:spChg>
        <pc:grpChg chg="add del">
          <ac:chgData name="Nguyen, Matthew T" userId="S::mtngu246@cougarnet.uh.edu::5d2eb7df-d5f8-489c-aace-6b6100de9163" providerId="AD" clId="Web-{81407A58-30BA-8598-34D3-2C1820333BE0}" dt="2025-11-18T01:10:27.741" v="125"/>
          <ac:grpSpMkLst>
            <pc:docMk/>
            <pc:sldMk cId="3531498706" sldId="262"/>
            <ac:grpSpMk id="34" creationId="{6258F736-B256-8039-9DC6-F4E49A5C5AD5}"/>
          </ac:grpSpMkLst>
        </pc:grpChg>
        <pc:grpChg chg="add del">
          <ac:chgData name="Nguyen, Matthew T" userId="S::mtngu246@cougarnet.uh.edu::5d2eb7df-d5f8-489c-aace-6b6100de9163" providerId="AD" clId="Web-{81407A58-30BA-8598-34D3-2C1820333BE0}" dt="2025-11-18T01:10:39.116" v="131"/>
          <ac:grpSpMkLst>
            <pc:docMk/>
            <pc:sldMk cId="3531498706" sldId="262"/>
            <ac:grpSpMk id="43" creationId="{6258F736-B256-8039-9DC6-F4E49A5C5AD5}"/>
          </ac:grpSpMkLst>
        </pc:grpChg>
        <pc:picChg chg="mod">
          <ac:chgData name="Nguyen, Matthew T" userId="S::mtngu246@cougarnet.uh.edu::5d2eb7df-d5f8-489c-aace-6b6100de9163" providerId="AD" clId="Web-{81407A58-30BA-8598-34D3-2C1820333BE0}" dt="2025-11-18T01:10:39.116" v="132"/>
          <ac:picMkLst>
            <pc:docMk/>
            <pc:sldMk cId="3531498706" sldId="262"/>
            <ac:picMk id="4" creationId="{1D771EAF-8E92-6CC5-0EC4-45710339D8CE}"/>
          </ac:picMkLst>
        </pc:picChg>
        <pc:cxnChg chg="add del">
          <ac:chgData name="Nguyen, Matthew T" userId="S::mtngu246@cougarnet.uh.edu::5d2eb7df-d5f8-489c-aace-6b6100de9163" providerId="AD" clId="Web-{81407A58-30BA-8598-34D3-2C1820333BE0}" dt="2025-11-18T01:10:39.116" v="132"/>
          <ac:cxnSpMkLst>
            <pc:docMk/>
            <pc:sldMk cId="3531498706" sldId="262"/>
            <ac:cxnSpMk id="29" creationId="{FC23E3B9-5ABF-58B3-E2B0-E9A5DAA90037}"/>
          </ac:cxnSpMkLst>
        </pc:cxnChg>
      </pc:sldChg>
      <pc:sldChg chg="addSp delSp modSp del">
        <pc:chgData name="Nguyen, Matthew T" userId="S::mtngu246@cougarnet.uh.edu::5d2eb7df-d5f8-489c-aace-6b6100de9163" providerId="AD" clId="Web-{81407A58-30BA-8598-34D3-2C1820333BE0}" dt="2025-11-18T01:04:12.318" v="112"/>
        <pc:sldMkLst>
          <pc:docMk/>
          <pc:sldMk cId="2012874153" sldId="265"/>
        </pc:sldMkLst>
        <pc:spChg chg="mod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2" creationId="{F6038620-B4B3-7D9B-156D-92EB3546A184}"/>
          </ac:spMkLst>
        </pc:spChg>
        <pc:spChg chg="mod">
          <ac:chgData name="Nguyen, Matthew T" userId="S::mtngu246@cougarnet.uh.edu::5d2eb7df-d5f8-489c-aace-6b6100de9163" providerId="AD" clId="Web-{81407A58-30BA-8598-34D3-2C1820333BE0}" dt="2025-11-18T01:03:53.349" v="106" actId="20577"/>
          <ac:spMkLst>
            <pc:docMk/>
            <pc:sldMk cId="2012874153" sldId="265"/>
            <ac:spMk id="3" creationId="{5795BB08-CAC0-8F3F-8E8E-56381B708447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8" creationId="{DBF61EA3-B236-439E-9C0B-340980D56BEE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14" creationId="{E659831F-0D9A-4C63-9EBB-8435B85A440F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16" creationId="{53CF6D67-C5A8-4ADD-9E8E-1E38CA1D3166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19" creationId="{DEE2AD96-B495-4E06-9291-B71706F728CB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3.708" v="83"/>
          <ac:spMkLst>
            <pc:docMk/>
            <pc:sldMk cId="2012874153" sldId="265"/>
            <ac:spMk id="21" creationId="{55F7ABCA-A68A-47DD-B732-76FF34C6FB7D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23" creationId="{86909FA0-B515-4681-B7A8-FA281D133B94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25" creationId="{21C9FE86-FCC3-4A31-AA1C-C882262B7FE7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27" creationId="{7D96243B-ECED-4B71-8E06-AE9A285EAD20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7.193" v="85"/>
          <ac:spMkLst>
            <pc:docMk/>
            <pc:sldMk cId="2012874153" sldId="265"/>
            <ac:spMk id="29" creationId="{A09989E4-EFDC-4A90-A633-E0525FB4139E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31" creationId="{907EF6B7-1338-4443-8C46-6A318D952DFD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32" creationId="{DAAE4CDD-124C-4DCF-9584-B6033B545DD5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2:48.958" v="87"/>
          <ac:spMkLst>
            <pc:docMk/>
            <pc:sldMk cId="2012874153" sldId="265"/>
            <ac:spMk id="33" creationId="{081E4A58-353D-44AE-B2FC-2A74E2E400F7}"/>
          </ac:spMkLst>
        </pc:spChg>
        <pc:grpChg chg="add del">
          <ac:chgData name="Nguyen, Matthew T" userId="S::mtngu246@cougarnet.uh.edu::5d2eb7df-d5f8-489c-aace-6b6100de9163" providerId="AD" clId="Web-{81407A58-30BA-8598-34D3-2C1820333BE0}" dt="2025-11-18T01:02:48.958" v="87"/>
          <ac:grpSpMkLst>
            <pc:docMk/>
            <pc:sldMk cId="2012874153" sldId="265"/>
            <ac:grpSpMk id="10" creationId="{28FAF094-D087-493F-8DF9-A486C2D6BBAA}"/>
          </ac:grpSpMkLst>
        </pc:grpChg>
        <pc:picChg chg="add del">
          <ac:chgData name="Nguyen, Matthew T" userId="S::mtngu246@cougarnet.uh.edu::5d2eb7df-d5f8-489c-aace-6b6100de9163" providerId="AD" clId="Web-{81407A58-30BA-8598-34D3-2C1820333BE0}" dt="2025-11-18T01:02:43.708" v="83"/>
          <ac:picMkLst>
            <pc:docMk/>
            <pc:sldMk cId="2012874153" sldId="265"/>
            <ac:picMk id="18" creationId="{99EA5780-93D5-5452-DDEF-1664431856C3}"/>
          </ac:picMkLst>
        </pc:picChg>
      </pc:sldChg>
      <pc:sldChg chg="ord">
        <pc:chgData name="Nguyen, Matthew T" userId="S::mtngu246@cougarnet.uh.edu::5d2eb7df-d5f8-489c-aace-6b6100de9163" providerId="AD" clId="Web-{81407A58-30BA-8598-34D3-2C1820333BE0}" dt="2025-11-18T01:12:28.272" v="133"/>
        <pc:sldMkLst>
          <pc:docMk/>
          <pc:sldMk cId="3730387148" sldId="275"/>
        </pc:sldMkLst>
      </pc:sldChg>
      <pc:sldChg chg="modSp ord">
        <pc:chgData name="Nguyen, Matthew T" userId="S::mtngu246@cougarnet.uh.edu::5d2eb7df-d5f8-489c-aace-6b6100de9163" providerId="AD" clId="Web-{81407A58-30BA-8598-34D3-2C1820333BE0}" dt="2025-11-18T01:41:57.811" v="161"/>
        <pc:sldMkLst>
          <pc:docMk/>
          <pc:sldMk cId="762950075" sldId="277"/>
        </pc:sldMkLst>
        <pc:graphicFrameChg chg="mod modGraphic">
          <ac:chgData name="Nguyen, Matthew T" userId="S::mtngu246@cougarnet.uh.edu::5d2eb7df-d5f8-489c-aace-6b6100de9163" providerId="AD" clId="Web-{81407A58-30BA-8598-34D3-2C1820333BE0}" dt="2025-11-18T01:14:16.428" v="159" actId="20577"/>
          <ac:graphicFrameMkLst>
            <pc:docMk/>
            <pc:sldMk cId="762950075" sldId="277"/>
            <ac:graphicFrameMk id="5" creationId="{0CF3B5DA-9E2F-49DC-5521-5A4B516B0C1B}"/>
          </ac:graphicFrameMkLst>
        </pc:graphicFrameChg>
      </pc:sldChg>
      <pc:sldChg chg="addSp delSp modSp new mod setBg">
        <pc:chgData name="Nguyen, Matthew T" userId="S::mtngu246@cougarnet.uh.edu::5d2eb7df-d5f8-489c-aace-6b6100de9163" providerId="AD" clId="Web-{81407A58-30BA-8598-34D3-2C1820333BE0}" dt="2025-11-18T01:10:11.194" v="123"/>
        <pc:sldMkLst>
          <pc:docMk/>
          <pc:sldMk cId="2997235311" sldId="278"/>
        </pc:sldMkLst>
        <pc:spChg chg="mod">
          <ac:chgData name="Nguyen, Matthew T" userId="S::mtngu246@cougarnet.uh.edu::5d2eb7df-d5f8-489c-aace-6b6100de9163" providerId="AD" clId="Web-{81407A58-30BA-8598-34D3-2C1820333BE0}" dt="2025-11-18T01:10:11.194" v="123"/>
          <ac:spMkLst>
            <pc:docMk/>
            <pc:sldMk cId="2997235311" sldId="278"/>
            <ac:spMk id="2" creationId="{EB27F7DA-5177-2692-9ECA-3255312162DC}"/>
          </ac:spMkLst>
        </pc:spChg>
        <pc:spChg chg="mod">
          <ac:chgData name="Nguyen, Matthew T" userId="S::mtngu246@cougarnet.uh.edu::5d2eb7df-d5f8-489c-aace-6b6100de9163" providerId="AD" clId="Web-{81407A58-30BA-8598-34D3-2C1820333BE0}" dt="2025-11-18T01:10:11.194" v="123"/>
          <ac:spMkLst>
            <pc:docMk/>
            <pc:sldMk cId="2997235311" sldId="278"/>
            <ac:spMk id="3" creationId="{68E98D23-C872-0806-8577-3F70AB85AB82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4:37.849" v="114"/>
          <ac:spMkLst>
            <pc:docMk/>
            <pc:sldMk cId="2997235311" sldId="278"/>
            <ac:spMk id="8" creationId="{87BF42CA-AD55-48B4-8949-C4DCA60A6AEE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04:37.849" v="114"/>
          <ac:spMkLst>
            <pc:docMk/>
            <pc:sldMk cId="2997235311" sldId="278"/>
            <ac:spMk id="10" creationId="{66AE1D3D-3106-4CB2-AA7C-0C1642AC0F2E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11.194" v="123"/>
          <ac:spMkLst>
            <pc:docMk/>
            <pc:sldMk cId="2997235311" sldId="278"/>
            <ac:spMk id="19" creationId="{18873D23-2DCF-4B31-A009-95721C06E8E1}"/>
          </ac:spMkLst>
        </pc:spChg>
        <pc:spChg chg="add del">
          <ac:chgData name="Nguyen, Matthew T" userId="S::mtngu246@cougarnet.uh.edu::5d2eb7df-d5f8-489c-aace-6b6100de9163" providerId="AD" clId="Web-{81407A58-30BA-8598-34D3-2C1820333BE0}" dt="2025-11-18T01:10:11.194" v="123"/>
          <ac:spMkLst>
            <pc:docMk/>
            <pc:sldMk cId="2997235311" sldId="278"/>
            <ac:spMk id="20" creationId="{C13EF075-D4EF-4929-ADBC-91B27DA19955}"/>
          </ac:spMkLst>
        </pc:spChg>
        <pc:grpChg chg="add del">
          <ac:chgData name="Nguyen, Matthew T" userId="S::mtngu246@cougarnet.uh.edu::5d2eb7df-d5f8-489c-aace-6b6100de9163" providerId="AD" clId="Web-{81407A58-30BA-8598-34D3-2C1820333BE0}" dt="2025-11-18T01:04:37.849" v="114"/>
          <ac:grpSpMkLst>
            <pc:docMk/>
            <pc:sldMk cId="2997235311" sldId="278"/>
            <ac:grpSpMk id="12" creationId="{0A31B6AF-B711-4CDB-8C2B-16E963DDC4C5}"/>
          </ac:grpSpMkLst>
        </pc:grpChg>
        <pc:grpChg chg="add del">
          <ac:chgData name="Nguyen, Matthew T" userId="S::mtngu246@cougarnet.uh.edu::5d2eb7df-d5f8-489c-aace-6b6100de9163" providerId="AD" clId="Web-{81407A58-30BA-8598-34D3-2C1820333BE0}" dt="2025-11-18T01:10:11.194" v="123"/>
          <ac:grpSpMkLst>
            <pc:docMk/>
            <pc:sldMk cId="2997235311" sldId="278"/>
            <ac:grpSpMk id="21" creationId="{DAA26DFA-AAB2-4973-9C17-16D587C7B198}"/>
          </ac:grpSpMkLst>
        </pc:gr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E0EF89-E3EB-467C-BC72-E3B67482DDA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9B33D5-21A3-4ABA-AB14-F8355E4B3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Dataset is </a:t>
          </a:r>
          <a:r>
            <a:rPr lang="en-US" b="1"/>
            <a:t>single retailer, historical</a:t>
          </a:r>
          <a:r>
            <a:rPr lang="en-US"/>
            <a:t> only</a:t>
          </a:r>
        </a:p>
      </dgm:t>
    </dgm:pt>
    <dgm:pt modelId="{93376014-59EA-4263-90E4-E4974741C353}" type="parTrans" cxnId="{D049591C-86E2-4678-827B-D5722DC4CFF8}">
      <dgm:prSet/>
      <dgm:spPr/>
      <dgm:t>
        <a:bodyPr/>
        <a:lstStyle/>
        <a:p>
          <a:endParaRPr lang="en-US"/>
        </a:p>
      </dgm:t>
    </dgm:pt>
    <dgm:pt modelId="{66A13F42-E3EA-4BB3-8F14-055CD5CC3678}" type="sibTrans" cxnId="{D049591C-86E2-4678-827B-D5722DC4CFF8}">
      <dgm:prSet/>
      <dgm:spPr/>
      <dgm:t>
        <a:bodyPr/>
        <a:lstStyle/>
        <a:p>
          <a:endParaRPr lang="en-US"/>
        </a:p>
      </dgm:t>
    </dgm:pt>
    <dgm:pt modelId="{C85F48F5-C544-4B05-8B8E-62CE629D89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ground-truth fraud labels → anomalies require manual validation</a:t>
          </a:r>
        </a:p>
      </dgm:t>
    </dgm:pt>
    <dgm:pt modelId="{23336DB3-42D5-4E5D-9717-F5E9391F9F57}" type="parTrans" cxnId="{19BC56AE-4714-4F48-A481-488A15989CEF}">
      <dgm:prSet/>
      <dgm:spPr/>
      <dgm:t>
        <a:bodyPr/>
        <a:lstStyle/>
        <a:p>
          <a:endParaRPr lang="en-US"/>
        </a:p>
      </dgm:t>
    </dgm:pt>
    <dgm:pt modelId="{9FE991B0-9072-4270-9330-5B053602FE07}" type="sibTrans" cxnId="{19BC56AE-4714-4F48-A481-488A15989CEF}">
      <dgm:prSet/>
      <dgm:spPr/>
      <dgm:t>
        <a:bodyPr/>
        <a:lstStyle/>
        <a:p>
          <a:endParaRPr lang="en-US"/>
        </a:p>
      </dgm:t>
    </dgm:pt>
    <dgm:pt modelId="{4985D5B2-D6BE-4866-B7BB-5E05316C85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ideas:</a:t>
          </a:r>
          <a:r>
            <a:rPr lang="en-US" sz="1800">
              <a:latin typeface="Aptos Display" panose="020F0302020204030204"/>
            </a:rPr>
            <a:t> </a:t>
          </a:r>
          <a:br>
            <a:rPr lang="en-US" sz="1800">
              <a:latin typeface="Aptos Display" panose="020F0302020204030204"/>
            </a:rPr>
          </a:br>
          <a:r>
            <a:rPr lang="en-US" sz="2200">
              <a:latin typeface="Aptos Display" panose="020F0302020204030204"/>
            </a:rPr>
            <a:t>Incorporate</a:t>
          </a:r>
          <a:r>
            <a:rPr lang="en-US" sz="2200"/>
            <a:t> </a:t>
          </a:r>
          <a:r>
            <a:rPr lang="en-US" sz="2200" b="1"/>
            <a:t>margin</a:t>
          </a:r>
          <a:r>
            <a:rPr lang="en-US" sz="2200"/>
            <a:t> or </a:t>
          </a:r>
          <a:r>
            <a:rPr lang="en-US" sz="2200" b="1"/>
            <a:t>return </a:t>
          </a:r>
          <a:r>
            <a:rPr lang="en-US" sz="2200" b="1">
              <a:latin typeface="Aptos Display" panose="020F0302020204030204"/>
            </a:rPr>
            <a:t>behavior, </a:t>
          </a:r>
          <a:r>
            <a:rPr lang="en-US" sz="2200">
              <a:latin typeface="Aptos Display" panose="020F0302020204030204"/>
            </a:rPr>
            <a:t>use</a:t>
          </a:r>
          <a:r>
            <a:rPr lang="en-US" sz="2200"/>
            <a:t> sequence models more heavily for </a:t>
          </a:r>
          <a:r>
            <a:rPr lang="en-US" sz="2200" b="1"/>
            <a:t>next-purchase </a:t>
          </a:r>
          <a:r>
            <a:rPr lang="en-US" sz="2200" b="1">
              <a:latin typeface="Aptos Display" panose="020F0302020204030204"/>
            </a:rPr>
            <a:t>prediction, and </a:t>
          </a:r>
          <a:r>
            <a:rPr lang="en-US" sz="2200">
              <a:latin typeface="Aptos Display" panose="020F0302020204030204"/>
            </a:rPr>
            <a:t>test</a:t>
          </a:r>
          <a:r>
            <a:rPr lang="en-US" sz="2200"/>
            <a:t> on other retailers to check robustness</a:t>
          </a:r>
          <a:endParaRPr lang="en-US" sz="1800"/>
        </a:p>
      </dgm:t>
    </dgm:pt>
    <dgm:pt modelId="{1C0C7AB3-2613-48AD-B67B-C5C807894186}" type="parTrans" cxnId="{550F777A-1A2B-440B-A552-BB4D1EF2D61E}">
      <dgm:prSet/>
      <dgm:spPr/>
      <dgm:t>
        <a:bodyPr/>
        <a:lstStyle/>
        <a:p>
          <a:endParaRPr lang="en-US"/>
        </a:p>
      </dgm:t>
    </dgm:pt>
    <dgm:pt modelId="{BA3B0B43-AC4F-4784-B0CB-01C393D7CEB4}" type="sibTrans" cxnId="{550F777A-1A2B-440B-A552-BB4D1EF2D61E}">
      <dgm:prSet/>
      <dgm:spPr/>
      <dgm:t>
        <a:bodyPr/>
        <a:lstStyle/>
        <a:p>
          <a:endParaRPr lang="en-US"/>
        </a:p>
      </dgm:t>
    </dgm:pt>
    <dgm:pt modelId="{68EA66A6-12DE-4C00-B328-ECE3FD476CC8}" type="pres">
      <dgm:prSet presAssocID="{5AE0EF89-E3EB-467C-BC72-E3B67482DDAF}" presName="root" presStyleCnt="0">
        <dgm:presLayoutVars>
          <dgm:dir/>
          <dgm:resizeHandles val="exact"/>
        </dgm:presLayoutVars>
      </dgm:prSet>
      <dgm:spPr/>
    </dgm:pt>
    <dgm:pt modelId="{48FE8538-B309-41E7-9F70-E18CE7A31E79}" type="pres">
      <dgm:prSet presAssocID="{F29B33D5-21A3-4ABA-AB14-F8355E4B3825}" presName="compNode" presStyleCnt="0"/>
      <dgm:spPr/>
    </dgm:pt>
    <dgm:pt modelId="{E0DDBADB-C9A0-4934-9CD2-75FC15085C41}" type="pres">
      <dgm:prSet presAssocID="{F29B33D5-21A3-4ABA-AB14-F8355E4B3825}" presName="bgRect" presStyleLbl="bgShp" presStyleIdx="0" presStyleCnt="3"/>
      <dgm:spPr/>
    </dgm:pt>
    <dgm:pt modelId="{2C1732C9-C1B0-4AA1-90C8-A661074681D2}" type="pres">
      <dgm:prSet presAssocID="{F29B33D5-21A3-4ABA-AB14-F8355E4B382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D083960-1F65-476A-AF11-0EE6E8C51B84}" type="pres">
      <dgm:prSet presAssocID="{F29B33D5-21A3-4ABA-AB14-F8355E4B3825}" presName="spaceRect" presStyleCnt="0"/>
      <dgm:spPr/>
    </dgm:pt>
    <dgm:pt modelId="{83538A95-A0D7-422F-B310-3C7F4DAD40DC}" type="pres">
      <dgm:prSet presAssocID="{F29B33D5-21A3-4ABA-AB14-F8355E4B3825}" presName="parTx" presStyleLbl="revTx" presStyleIdx="0" presStyleCnt="3">
        <dgm:presLayoutVars>
          <dgm:chMax val="0"/>
          <dgm:chPref val="0"/>
        </dgm:presLayoutVars>
      </dgm:prSet>
      <dgm:spPr/>
    </dgm:pt>
    <dgm:pt modelId="{2B16A8C7-58BD-4342-8114-7AF390B53D40}" type="pres">
      <dgm:prSet presAssocID="{66A13F42-E3EA-4BB3-8F14-055CD5CC3678}" presName="sibTrans" presStyleCnt="0"/>
      <dgm:spPr/>
    </dgm:pt>
    <dgm:pt modelId="{EF302BE8-E599-40B4-B0ED-92F4D7901F70}" type="pres">
      <dgm:prSet presAssocID="{C85F48F5-C544-4B05-8B8E-62CE629D8952}" presName="compNode" presStyleCnt="0"/>
      <dgm:spPr/>
    </dgm:pt>
    <dgm:pt modelId="{AE872221-C567-40E3-89B1-E9B4088AE618}" type="pres">
      <dgm:prSet presAssocID="{C85F48F5-C544-4B05-8B8E-62CE629D8952}" presName="bgRect" presStyleLbl="bgShp" presStyleIdx="1" presStyleCnt="3"/>
      <dgm:spPr/>
    </dgm:pt>
    <dgm:pt modelId="{EEEDB441-8EEC-419D-9B7B-9EFD45F74F56}" type="pres">
      <dgm:prSet presAssocID="{C85F48F5-C544-4B05-8B8E-62CE629D89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2CF55FB9-7638-4762-8FCE-8A58E5196963}" type="pres">
      <dgm:prSet presAssocID="{C85F48F5-C544-4B05-8B8E-62CE629D8952}" presName="spaceRect" presStyleCnt="0"/>
      <dgm:spPr/>
    </dgm:pt>
    <dgm:pt modelId="{DD9B34FD-DB53-4B16-8C2F-52FD922C7C10}" type="pres">
      <dgm:prSet presAssocID="{C85F48F5-C544-4B05-8B8E-62CE629D8952}" presName="parTx" presStyleLbl="revTx" presStyleIdx="1" presStyleCnt="3">
        <dgm:presLayoutVars>
          <dgm:chMax val="0"/>
          <dgm:chPref val="0"/>
        </dgm:presLayoutVars>
      </dgm:prSet>
      <dgm:spPr/>
    </dgm:pt>
    <dgm:pt modelId="{D72D9930-CB21-48C9-86F7-F2BB61F7509D}" type="pres">
      <dgm:prSet presAssocID="{9FE991B0-9072-4270-9330-5B053602FE07}" presName="sibTrans" presStyleCnt="0"/>
      <dgm:spPr/>
    </dgm:pt>
    <dgm:pt modelId="{F09A7062-988B-4B45-B1B6-F1CE95507C49}" type="pres">
      <dgm:prSet presAssocID="{4985D5B2-D6BE-4866-B7BB-5E05316C85CC}" presName="compNode" presStyleCnt="0"/>
      <dgm:spPr/>
    </dgm:pt>
    <dgm:pt modelId="{1D40384F-F409-4777-885E-A68201757F66}" type="pres">
      <dgm:prSet presAssocID="{4985D5B2-D6BE-4866-B7BB-5E05316C85CC}" presName="bgRect" presStyleLbl="bgShp" presStyleIdx="2" presStyleCnt="3"/>
      <dgm:spPr/>
    </dgm:pt>
    <dgm:pt modelId="{D7817D4D-BF51-4DF0-838C-0DCDBCE68691}" type="pres">
      <dgm:prSet presAssocID="{4985D5B2-D6BE-4866-B7BB-5E05316C85C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A22B8D0-9C30-4F40-8EC7-80D5A6885FEC}" type="pres">
      <dgm:prSet presAssocID="{4985D5B2-D6BE-4866-B7BB-5E05316C85CC}" presName="spaceRect" presStyleCnt="0"/>
      <dgm:spPr/>
    </dgm:pt>
    <dgm:pt modelId="{78886F8D-0E13-4EA0-BF6D-63DFDE932239}" type="pres">
      <dgm:prSet presAssocID="{4985D5B2-D6BE-4866-B7BB-5E05316C85C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EB4303-F8AD-4289-8DBF-1EE041C56714}" type="presOf" srcId="{F29B33D5-21A3-4ABA-AB14-F8355E4B3825}" destId="{83538A95-A0D7-422F-B310-3C7F4DAD40DC}" srcOrd="0" destOrd="0" presId="urn:microsoft.com/office/officeart/2018/2/layout/IconVerticalSolidList"/>
    <dgm:cxn modelId="{1C108114-4FFB-472A-8831-33AC7B28EEB1}" type="presOf" srcId="{5AE0EF89-E3EB-467C-BC72-E3B67482DDAF}" destId="{68EA66A6-12DE-4C00-B328-ECE3FD476CC8}" srcOrd="0" destOrd="0" presId="urn:microsoft.com/office/officeart/2018/2/layout/IconVerticalSolidList"/>
    <dgm:cxn modelId="{D049591C-86E2-4678-827B-D5722DC4CFF8}" srcId="{5AE0EF89-E3EB-467C-BC72-E3B67482DDAF}" destId="{F29B33D5-21A3-4ABA-AB14-F8355E4B3825}" srcOrd="0" destOrd="0" parTransId="{93376014-59EA-4263-90E4-E4974741C353}" sibTransId="{66A13F42-E3EA-4BB3-8F14-055CD5CC3678}"/>
    <dgm:cxn modelId="{550F777A-1A2B-440B-A552-BB4D1EF2D61E}" srcId="{5AE0EF89-E3EB-467C-BC72-E3B67482DDAF}" destId="{4985D5B2-D6BE-4866-B7BB-5E05316C85CC}" srcOrd="2" destOrd="0" parTransId="{1C0C7AB3-2613-48AD-B67B-C5C807894186}" sibTransId="{BA3B0B43-AC4F-4784-B0CB-01C393D7CEB4}"/>
    <dgm:cxn modelId="{E5CD968E-3F59-42FB-A787-7D0A88D346A3}" type="presOf" srcId="{C85F48F5-C544-4B05-8B8E-62CE629D8952}" destId="{DD9B34FD-DB53-4B16-8C2F-52FD922C7C10}" srcOrd="0" destOrd="0" presId="urn:microsoft.com/office/officeart/2018/2/layout/IconVerticalSolidList"/>
    <dgm:cxn modelId="{19BC56AE-4714-4F48-A481-488A15989CEF}" srcId="{5AE0EF89-E3EB-467C-BC72-E3B67482DDAF}" destId="{C85F48F5-C544-4B05-8B8E-62CE629D8952}" srcOrd="1" destOrd="0" parTransId="{23336DB3-42D5-4E5D-9717-F5E9391F9F57}" sibTransId="{9FE991B0-9072-4270-9330-5B053602FE07}"/>
    <dgm:cxn modelId="{C6143DBA-84D1-474B-872D-1D9885A56331}" type="presOf" srcId="{4985D5B2-D6BE-4866-B7BB-5E05316C85CC}" destId="{78886F8D-0E13-4EA0-BF6D-63DFDE932239}" srcOrd="0" destOrd="0" presId="urn:microsoft.com/office/officeart/2018/2/layout/IconVerticalSolidList"/>
    <dgm:cxn modelId="{2C15260F-3781-41E7-939E-64D56119B730}" type="presParOf" srcId="{68EA66A6-12DE-4C00-B328-ECE3FD476CC8}" destId="{48FE8538-B309-41E7-9F70-E18CE7A31E79}" srcOrd="0" destOrd="0" presId="urn:microsoft.com/office/officeart/2018/2/layout/IconVerticalSolidList"/>
    <dgm:cxn modelId="{DEA5017B-D466-4E5C-A5B5-7898B3330210}" type="presParOf" srcId="{48FE8538-B309-41E7-9F70-E18CE7A31E79}" destId="{E0DDBADB-C9A0-4934-9CD2-75FC15085C41}" srcOrd="0" destOrd="0" presId="urn:microsoft.com/office/officeart/2018/2/layout/IconVerticalSolidList"/>
    <dgm:cxn modelId="{49B0F9C9-C414-4F60-B67A-46252FC5284A}" type="presParOf" srcId="{48FE8538-B309-41E7-9F70-E18CE7A31E79}" destId="{2C1732C9-C1B0-4AA1-90C8-A661074681D2}" srcOrd="1" destOrd="0" presId="urn:microsoft.com/office/officeart/2018/2/layout/IconVerticalSolidList"/>
    <dgm:cxn modelId="{152CDDDB-B334-4BE3-9E66-FBCBDE79B9F6}" type="presParOf" srcId="{48FE8538-B309-41E7-9F70-E18CE7A31E79}" destId="{8D083960-1F65-476A-AF11-0EE6E8C51B84}" srcOrd="2" destOrd="0" presId="urn:microsoft.com/office/officeart/2018/2/layout/IconVerticalSolidList"/>
    <dgm:cxn modelId="{4F743901-AC4A-4C89-A3F7-F22896BF4E18}" type="presParOf" srcId="{48FE8538-B309-41E7-9F70-E18CE7A31E79}" destId="{83538A95-A0D7-422F-B310-3C7F4DAD40DC}" srcOrd="3" destOrd="0" presId="urn:microsoft.com/office/officeart/2018/2/layout/IconVerticalSolidList"/>
    <dgm:cxn modelId="{512CE66C-AD31-4D61-AAAE-FC8FDAE03046}" type="presParOf" srcId="{68EA66A6-12DE-4C00-B328-ECE3FD476CC8}" destId="{2B16A8C7-58BD-4342-8114-7AF390B53D40}" srcOrd="1" destOrd="0" presId="urn:microsoft.com/office/officeart/2018/2/layout/IconVerticalSolidList"/>
    <dgm:cxn modelId="{F2A08932-D066-4F75-A074-52973AF31CE4}" type="presParOf" srcId="{68EA66A6-12DE-4C00-B328-ECE3FD476CC8}" destId="{EF302BE8-E599-40B4-B0ED-92F4D7901F70}" srcOrd="2" destOrd="0" presId="urn:microsoft.com/office/officeart/2018/2/layout/IconVerticalSolidList"/>
    <dgm:cxn modelId="{5B6A7F63-9314-4114-8660-C58A77F371CC}" type="presParOf" srcId="{EF302BE8-E599-40B4-B0ED-92F4D7901F70}" destId="{AE872221-C567-40E3-89B1-E9B4088AE618}" srcOrd="0" destOrd="0" presId="urn:microsoft.com/office/officeart/2018/2/layout/IconVerticalSolidList"/>
    <dgm:cxn modelId="{D184E0C9-411B-4D2A-B2F3-B80C428617BE}" type="presParOf" srcId="{EF302BE8-E599-40B4-B0ED-92F4D7901F70}" destId="{EEEDB441-8EEC-419D-9B7B-9EFD45F74F56}" srcOrd="1" destOrd="0" presId="urn:microsoft.com/office/officeart/2018/2/layout/IconVerticalSolidList"/>
    <dgm:cxn modelId="{5A75F838-31BE-48CC-B65E-C389504197EC}" type="presParOf" srcId="{EF302BE8-E599-40B4-B0ED-92F4D7901F70}" destId="{2CF55FB9-7638-4762-8FCE-8A58E5196963}" srcOrd="2" destOrd="0" presId="urn:microsoft.com/office/officeart/2018/2/layout/IconVerticalSolidList"/>
    <dgm:cxn modelId="{BF9D6BDF-983B-43C0-863C-FDAE503FD3CA}" type="presParOf" srcId="{EF302BE8-E599-40B4-B0ED-92F4D7901F70}" destId="{DD9B34FD-DB53-4B16-8C2F-52FD922C7C10}" srcOrd="3" destOrd="0" presId="urn:microsoft.com/office/officeart/2018/2/layout/IconVerticalSolidList"/>
    <dgm:cxn modelId="{307F0799-86C0-4ADD-9390-16FF6F432CC2}" type="presParOf" srcId="{68EA66A6-12DE-4C00-B328-ECE3FD476CC8}" destId="{D72D9930-CB21-48C9-86F7-F2BB61F7509D}" srcOrd="3" destOrd="0" presId="urn:microsoft.com/office/officeart/2018/2/layout/IconVerticalSolidList"/>
    <dgm:cxn modelId="{1BFAC596-CA6B-4AEC-957E-D6C69D0EDD89}" type="presParOf" srcId="{68EA66A6-12DE-4C00-B328-ECE3FD476CC8}" destId="{F09A7062-988B-4B45-B1B6-F1CE95507C49}" srcOrd="4" destOrd="0" presId="urn:microsoft.com/office/officeart/2018/2/layout/IconVerticalSolidList"/>
    <dgm:cxn modelId="{9DFED733-DC9A-49C2-A181-1CA5D76D57BF}" type="presParOf" srcId="{F09A7062-988B-4B45-B1B6-F1CE95507C49}" destId="{1D40384F-F409-4777-885E-A68201757F66}" srcOrd="0" destOrd="0" presId="urn:microsoft.com/office/officeart/2018/2/layout/IconVerticalSolidList"/>
    <dgm:cxn modelId="{E037776C-44F4-4925-B599-05A8F0DF2F0F}" type="presParOf" srcId="{F09A7062-988B-4B45-B1B6-F1CE95507C49}" destId="{D7817D4D-BF51-4DF0-838C-0DCDBCE68691}" srcOrd="1" destOrd="0" presId="urn:microsoft.com/office/officeart/2018/2/layout/IconVerticalSolidList"/>
    <dgm:cxn modelId="{4DAC2E4A-E1F1-4E04-ABAF-E6D34DEA4657}" type="presParOf" srcId="{F09A7062-988B-4B45-B1B6-F1CE95507C49}" destId="{6A22B8D0-9C30-4F40-8EC7-80D5A6885FEC}" srcOrd="2" destOrd="0" presId="urn:microsoft.com/office/officeart/2018/2/layout/IconVerticalSolidList"/>
    <dgm:cxn modelId="{9BAB978B-8C81-468B-9747-D5A5DAC2137A}" type="presParOf" srcId="{F09A7062-988B-4B45-B1B6-F1CE95507C49}" destId="{78886F8D-0E13-4EA0-BF6D-63DFDE93223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DDBADB-C9A0-4934-9CD2-75FC15085C41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1732C9-C1B0-4AA1-90C8-A661074681D2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38A95-A0D7-422F-B310-3C7F4DAD40DC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Dataset is </a:t>
          </a:r>
          <a:r>
            <a:rPr lang="en-US" sz="2000" b="1" kern="1200"/>
            <a:t>single retailer, historical</a:t>
          </a:r>
          <a:r>
            <a:rPr lang="en-US" sz="2000" kern="1200"/>
            <a:t> only</a:t>
          </a:r>
        </a:p>
      </dsp:txBody>
      <dsp:txXfrm>
        <a:off x="1435590" y="531"/>
        <a:ext cx="9080009" cy="1242935"/>
      </dsp:txXfrm>
    </dsp:sp>
    <dsp:sp modelId="{AE872221-C567-40E3-89B1-E9B4088AE618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DB441-8EEC-419D-9B7B-9EFD45F74F5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B34FD-DB53-4B16-8C2F-52FD922C7C1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No ground-truth fraud labels → anomalies require manual validation</a:t>
          </a:r>
        </a:p>
      </dsp:txBody>
      <dsp:txXfrm>
        <a:off x="1435590" y="1554201"/>
        <a:ext cx="9080009" cy="1242935"/>
      </dsp:txXfrm>
    </dsp:sp>
    <dsp:sp modelId="{1D40384F-F409-4777-885E-A68201757F6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17D4D-BF51-4DF0-838C-0DCDBCE68691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86F8D-0E13-4EA0-BF6D-63DFDE93223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Future ideas:</a:t>
          </a:r>
          <a:r>
            <a:rPr lang="en-US" sz="2000" kern="1200">
              <a:latin typeface="Aptos Display" panose="020F0302020204030204"/>
            </a:rPr>
            <a:t> </a:t>
          </a:r>
          <a:br>
            <a:rPr lang="en-US" sz="2000" kern="1200">
              <a:latin typeface="Aptos Display" panose="020F0302020204030204"/>
            </a:rPr>
          </a:br>
          <a:r>
            <a:rPr lang="en-US" sz="2000" kern="1200">
              <a:latin typeface="Aptos Display" panose="020F0302020204030204"/>
            </a:rPr>
            <a:t>Incorporate</a:t>
          </a:r>
          <a:r>
            <a:rPr lang="en-US" sz="2000" kern="1200"/>
            <a:t> </a:t>
          </a:r>
          <a:r>
            <a:rPr lang="en-US" sz="2000" b="1" kern="1200"/>
            <a:t>margin</a:t>
          </a:r>
          <a:r>
            <a:rPr lang="en-US" sz="2000" kern="1200"/>
            <a:t> or </a:t>
          </a:r>
          <a:r>
            <a:rPr lang="en-US" sz="2000" b="1" kern="1200"/>
            <a:t>return </a:t>
          </a:r>
          <a:r>
            <a:rPr lang="en-US" sz="2000" b="1" kern="1200">
              <a:latin typeface="Aptos Display" panose="020F0302020204030204"/>
            </a:rPr>
            <a:t>behavior, </a:t>
          </a:r>
          <a:r>
            <a:rPr lang="en-US" sz="2000" kern="1200">
              <a:latin typeface="Aptos Display" panose="020F0302020204030204"/>
            </a:rPr>
            <a:t>use</a:t>
          </a:r>
          <a:r>
            <a:rPr lang="en-US" sz="2000" kern="1200"/>
            <a:t> sequence models more heavily for </a:t>
          </a:r>
          <a:r>
            <a:rPr lang="en-US" sz="2000" b="1" kern="1200"/>
            <a:t>next-purchase </a:t>
          </a:r>
          <a:r>
            <a:rPr lang="en-US" sz="2000" b="1" kern="1200">
              <a:latin typeface="Aptos Display" panose="020F0302020204030204"/>
            </a:rPr>
            <a:t>prediction, and </a:t>
          </a:r>
          <a:r>
            <a:rPr lang="en-US" sz="2000" kern="1200">
              <a:latin typeface="Aptos Display" panose="020F0302020204030204"/>
            </a:rPr>
            <a:t>test</a:t>
          </a:r>
          <a:r>
            <a:rPr lang="en-US" sz="2000" kern="1200"/>
            <a:t> on other retailers to check robustness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tx2"/>
                </a:solidFill>
                <a:ea typeface="+mj-lt"/>
                <a:cs typeface="+mj-lt"/>
              </a:rPr>
              <a:t>Customer Segmentation &amp; Anomaly Detection in Online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000">
                <a:solidFill>
                  <a:schemeClr val="tx2"/>
                </a:solidFill>
                <a:ea typeface="+mn-lt"/>
                <a:cs typeface="+mn-lt"/>
              </a:rPr>
              <a:t>Using Deep Features &amp; Unsupervised Learning on the Online Retail II Dataset</a:t>
            </a:r>
          </a:p>
          <a:p>
            <a:r>
              <a:rPr lang="en-US" sz="2000">
                <a:solidFill>
                  <a:srgbClr val="0E2841"/>
                </a:solidFill>
                <a:latin typeface="Aptos"/>
                <a:ea typeface="Calibri"/>
                <a:cs typeface="Calibri"/>
              </a:rPr>
              <a:t>Team 24: Matthew Nguyen &amp; Kevin Su</a:t>
            </a:r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628743-8B44-66C9-CA0B-7B16FD4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Why segment customers and find anomalies?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471BC-8E12-4CD9-835D-F14DCC2B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Retail revenue is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highly skewed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(Pareto effect)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We want to know: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i="1">
                <a:solidFill>
                  <a:schemeClr val="tx2"/>
                </a:solidFill>
                <a:ea typeface="+mn-lt"/>
                <a:cs typeface="+mn-lt"/>
              </a:rPr>
              <a:t>Who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drives most of the spend?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 i="1">
                <a:solidFill>
                  <a:schemeClr val="tx2"/>
                </a:solidFill>
                <a:ea typeface="+mn-lt"/>
                <a:cs typeface="+mn-lt"/>
              </a:rPr>
              <a:t>How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do they differ from everyone else?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Unusual behavior can mean: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Fraud or data errors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Rare but important customers or events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4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4EDC3-12D5-DE67-2396-68CE17C1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Dataset Overview &amp; Context</a:t>
            </a:r>
            <a:endParaRPr lang="en-US" sz="5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B704A-6DFC-3E49-2EAE-7B44B7EE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Online Retail II</a:t>
            </a:r>
            <a:r>
              <a:rPr lang="en-US" sz="2200">
                <a:ea typeface="+mn-lt"/>
                <a:cs typeface="+mn-lt"/>
              </a:rPr>
              <a:t> – UK-based gift retailer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Transaction-level CSV: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err="1">
                <a:ea typeface="+mn-lt"/>
                <a:cs typeface="+mn-lt"/>
              </a:rPr>
              <a:t>InvoiceNo</a:t>
            </a:r>
            <a:r>
              <a:rPr lang="en-US" sz="2200">
                <a:ea typeface="+mn-lt"/>
                <a:cs typeface="+mn-lt"/>
              </a:rPr>
              <a:t>, </a:t>
            </a:r>
            <a:r>
              <a:rPr lang="en-US" sz="2200" err="1">
                <a:ea typeface="+mn-lt"/>
                <a:cs typeface="+mn-lt"/>
              </a:rPr>
              <a:t>InvoiceDate</a:t>
            </a:r>
            <a:endParaRPr lang="en-US" sz="2200" err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err="1">
                <a:ea typeface="+mn-lt"/>
                <a:cs typeface="+mn-lt"/>
              </a:rPr>
              <a:t>StockCode</a:t>
            </a:r>
            <a:r>
              <a:rPr lang="en-US" sz="2200">
                <a:ea typeface="+mn-lt"/>
                <a:cs typeface="+mn-lt"/>
              </a:rPr>
              <a:t>, Description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Quantity, UnitPrice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 err="1">
                <a:ea typeface="+mn-lt"/>
                <a:cs typeface="+mn-lt"/>
              </a:rPr>
              <a:t>CustomerID</a:t>
            </a:r>
            <a:r>
              <a:rPr lang="en-US" sz="2200">
                <a:ea typeface="+mn-lt"/>
                <a:cs typeface="+mn-lt"/>
              </a:rPr>
              <a:t>, Country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We aggregate to the </a:t>
            </a:r>
            <a:r>
              <a:rPr lang="en-US" sz="2200" b="1">
                <a:ea typeface="+mn-lt"/>
                <a:cs typeface="+mn-lt"/>
              </a:rPr>
              <a:t>customer level</a:t>
            </a:r>
            <a:r>
              <a:rPr lang="en-US" sz="2200">
                <a:ea typeface="+mn-lt"/>
                <a:cs typeface="+mn-lt"/>
              </a:rPr>
              <a:t> for segmentation.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0892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FD0F4-A7AB-B0A7-571D-B7BBF4E1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Core Customer Distributions</a:t>
            </a:r>
            <a:endParaRPr lang="en-US"/>
          </a:p>
        </p:txBody>
      </p:sp>
      <p:sp>
        <p:nvSpPr>
          <p:cNvPr id="84" name="Arc 83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hists_core.png">
            <a:extLst>
              <a:ext uri="{FF2B5EF4-FFF2-40B4-BE49-F238E27FC236}">
                <a16:creationId xmlns:a16="http://schemas.microsoft.com/office/drawing/2014/main" id="{6CA104EF-1193-9E1D-E593-42F2CC75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96" y="704504"/>
            <a:ext cx="10111008" cy="2957472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C2452-1ED7-D702-E4DF-212353468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835" y="3998019"/>
            <a:ext cx="6382966" cy="22165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>
                <a:ea typeface="+mn-lt"/>
                <a:cs typeface="+mn-lt"/>
              </a:rPr>
              <a:t>Skewed distributions in: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Total spend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Number of transactions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>
                <a:ea typeface="+mn-lt"/>
                <a:cs typeface="+mn-lt"/>
              </a:rPr>
              <a:t>Basket sizes &amp; quantities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Most customers are </a:t>
            </a:r>
            <a:r>
              <a:rPr lang="en-US" sz="1400" b="1">
                <a:ea typeface="+mn-lt"/>
                <a:cs typeface="+mn-lt"/>
              </a:rPr>
              <a:t>small buyers</a:t>
            </a:r>
            <a:r>
              <a:rPr lang="en-US" sz="1400">
                <a:ea typeface="+mn-lt"/>
                <a:cs typeface="+mn-lt"/>
              </a:rPr>
              <a:t>, a few are </a:t>
            </a:r>
            <a:r>
              <a:rPr lang="en-US" sz="1400" b="1">
                <a:ea typeface="+mn-lt"/>
                <a:cs typeface="+mn-lt"/>
              </a:rPr>
              <a:t>very large buyers</a:t>
            </a:r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5274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A733B-FB44-97F3-4AA9-B31F4687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Price vs Quantity: Transaction-Level View</a:t>
            </a:r>
            <a:endParaRPr lang="en-US" sz="3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E88E8-F5E4-C607-79DD-01CABD38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2-D hexbin of </a:t>
            </a:r>
            <a:r>
              <a:rPr lang="en-US" sz="1800" b="1">
                <a:ea typeface="+mn-lt"/>
                <a:cs typeface="+mn-lt"/>
              </a:rPr>
              <a:t>UnitPrice vs Quantity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Dense mass at: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Low to medium prices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Low to moderate quantities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Rare regions: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Very high quantities</a:t>
            </a:r>
            <a:endParaRPr lang="en-US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Very high prices</a:t>
            </a:r>
            <a:endParaRPr lang="en-US" sz="1800"/>
          </a:p>
          <a:p>
            <a:endParaRPr lang="en-US" sz="1800"/>
          </a:p>
        </p:txBody>
      </p:sp>
      <p:pic>
        <p:nvPicPr>
          <p:cNvPr id="4" name="Picture 3" descr="price_qty_hex.png">
            <a:extLst>
              <a:ext uri="{FF2B5EF4-FFF2-40B4-BE49-F238E27FC236}">
                <a16:creationId xmlns:a16="http://schemas.microsoft.com/office/drawing/2014/main" id="{1D771EAF-8E92-6CC5-0EC4-45710339D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696344"/>
            <a:ext cx="6440424" cy="54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98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E275E-245A-3607-E72D-BF3921749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3100">
                <a:ea typeface="+mj-lt"/>
                <a:cs typeface="+mj-lt"/>
              </a:rPr>
              <a:t>Pareto: Cumulative Customers vs Cumulative Spend</a:t>
            </a:r>
            <a:endParaRPr lang="en-US" sz="310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pareto_spend.png">
            <a:extLst>
              <a:ext uri="{FF2B5EF4-FFF2-40B4-BE49-F238E27FC236}">
                <a16:creationId xmlns:a16="http://schemas.microsoft.com/office/drawing/2014/main" id="{228C2D6F-A6EF-590D-86F2-2ABB31D6C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952716"/>
            <a:ext cx="4777381" cy="27828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8183A-2939-1D98-F528-4CC26160C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~</a:t>
            </a:r>
            <a:r>
              <a:rPr lang="en-US" b="1">
                <a:ea typeface="+mn-lt"/>
                <a:cs typeface="+mn-lt"/>
              </a:rPr>
              <a:t>20% of customers ≈ 75–80% of revenue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Strong Pareto effect → </a:t>
            </a:r>
            <a:r>
              <a:rPr lang="en-US" b="1">
                <a:ea typeface="+mn-lt"/>
                <a:cs typeface="+mn-lt"/>
              </a:rPr>
              <a:t>highly concentrated</a:t>
            </a:r>
            <a:r>
              <a:rPr lang="en-US">
                <a:ea typeface="+mn-lt"/>
                <a:cs typeface="+mn-lt"/>
              </a:rPr>
              <a:t> spend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Justifies </a:t>
            </a:r>
            <a:r>
              <a:rPr lang="en-US" b="1">
                <a:ea typeface="+mn-lt"/>
                <a:cs typeface="+mn-lt"/>
              </a:rPr>
              <a:t>segmenting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b="1">
                <a:ea typeface="+mn-lt"/>
                <a:cs typeface="+mn-lt"/>
              </a:rPr>
              <a:t>prioritizing</a:t>
            </a:r>
            <a:r>
              <a:rPr lang="en-US">
                <a:ea typeface="+mn-lt"/>
                <a:cs typeface="+mn-lt"/>
              </a:rPr>
              <a:t> customers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5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62116D-4D59-EC56-BB93-5ACE88E3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Customer-Level Features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9B30-61BE-7C27-E123-531B047D8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>
                <a:ea typeface="+mn-lt"/>
                <a:cs typeface="+mn-lt"/>
              </a:rPr>
              <a:t>Recency:</a:t>
            </a:r>
            <a:r>
              <a:rPr lang="en-US" sz="2400">
                <a:ea typeface="+mn-lt"/>
                <a:cs typeface="+mn-lt"/>
              </a:rPr>
              <a:t> days since last purchase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Frequency:</a:t>
            </a:r>
            <a:r>
              <a:rPr lang="en-US" sz="2400">
                <a:ea typeface="+mn-lt"/>
                <a:cs typeface="+mn-lt"/>
              </a:rPr>
              <a:t> number of transactions (tx_count)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Monetary:</a:t>
            </a:r>
            <a:r>
              <a:rPr lang="en-US" sz="2400">
                <a:ea typeface="+mn-lt"/>
                <a:cs typeface="+mn-lt"/>
              </a:rPr>
              <a:t> total spend, average basket size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Basket behavior:</a:t>
            </a:r>
            <a:r>
              <a:rPr lang="en-US" sz="2400">
                <a:ea typeface="+mn-lt"/>
                <a:cs typeface="+mn-lt"/>
              </a:rPr>
              <a:t> item_qty_sum, basket_size_mean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RFM score:</a:t>
            </a:r>
            <a:r>
              <a:rPr lang="en-US" sz="2400">
                <a:ea typeface="+mn-lt"/>
                <a:cs typeface="+mn-lt"/>
              </a:rPr>
              <a:t> quantile-based R, F, M + total RFM</a:t>
            </a:r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37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27F7DA-5177-2692-9ECA-32553121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Modeling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98D23-C872-0806-8577-3F70AB85A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Goal 1:</a:t>
            </a:r>
            <a:r>
              <a:rPr lang="en-US" sz="1800">
                <a:solidFill>
                  <a:schemeClr val="tx2"/>
                </a:solidFill>
              </a:rPr>
              <a:t> Segment customers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K-Means clustering on: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</a:rPr>
              <a:t>Standardized RFM/basket features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</a:rPr>
              <a:t>Autoencoder embeddings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</a:rPr>
              <a:t>Sequence embeddings (LSTM over product sequences)</a:t>
            </a:r>
          </a:p>
          <a:p>
            <a:pPr>
              <a:buFont typeface="Wingdings,Sans-Serif" panose="020B0604020202020204" pitchFamily="34" charset="0"/>
              <a:buChar char="§"/>
            </a:pPr>
            <a:r>
              <a:rPr lang="en-US" sz="1800" b="1">
                <a:solidFill>
                  <a:schemeClr val="tx2"/>
                </a:solidFill>
              </a:rPr>
              <a:t>Goal 2: </a:t>
            </a:r>
            <a:r>
              <a:rPr lang="en-US" sz="1800">
                <a:solidFill>
                  <a:schemeClr val="tx2"/>
                </a:solidFill>
              </a:rPr>
              <a:t>Detect Anomalies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</a:rPr>
              <a:t>Isolation Forest on features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</a:rPr>
              <a:t>Autoencoder reconstruction error (MSE)</a:t>
            </a:r>
          </a:p>
          <a:p>
            <a:pPr>
              <a:buFont typeface="Wingdings,Sans-Serif" panose="020B0604020202020204" pitchFamily="34" charset="0"/>
              <a:buChar char="§"/>
            </a:pPr>
            <a:endParaRPr lang="en-US" sz="1800">
              <a:solidFill>
                <a:schemeClr val="tx2"/>
              </a:solidFill>
            </a:endParaRPr>
          </a:p>
          <a:p>
            <a:pPr>
              <a:buFont typeface="Wingdings,Sans-Serif" panose="020B0604020202020204" pitchFamily="34" charset="0"/>
              <a:buChar char="§"/>
            </a:pPr>
            <a:endParaRPr lang="en-US" sz="1800">
              <a:solidFill>
                <a:schemeClr val="tx2"/>
              </a:solidFill>
            </a:endParaRPr>
          </a:p>
          <a:p>
            <a:pPr>
              <a:buFont typeface="Wingdings,Sans-Serif" panose="020B0604020202020204" pitchFamily="34" charset="0"/>
              <a:buChar char="§"/>
            </a:pP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3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F99093-FB6D-43E0-AA45-FA744653E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8B83EF-4FB2-4C16-B94A-73A8FBC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CE4779-ABAB-448C-B806-A60E8F83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84E8940-EE47-4A50-B7D3-F4BF68524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BA40340-BD4D-49C0-8BC6-61AF7391F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9A4281-F939-4206-9B6F-8DDD2FDAAB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8774401-76BE-487C-8645-DC90C833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D4B912-793A-CBD2-E170-ED7A08F7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13369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Cluster Quality &amp; Stability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3B555-B3BD-4B28-0330-EBF54040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133360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Swept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k = 2 … 10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for each representation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Evaluated: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Silhouette (↑ better)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Davies–Bouldin (↓ better)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Calinski–Harabasz (↑ better)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AE embeddings achieved: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Highest silhouette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More stable scores across seeds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8FEEA-6CEC-4F43-894E-402913F1D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950" y="1451871"/>
            <a:ext cx="3110647" cy="1951930"/>
          </a:xfrm>
          <a:prstGeom prst="rect">
            <a:avLst/>
          </a:prstGeom>
        </p:spPr>
      </p:pic>
      <p:pic>
        <p:nvPicPr>
          <p:cNvPr id="4" name="Picture 3" descr="silhouette_k_ae.png">
            <a:extLst>
              <a:ext uri="{FF2B5EF4-FFF2-40B4-BE49-F238E27FC236}">
                <a16:creationId xmlns:a16="http://schemas.microsoft.com/office/drawing/2014/main" id="{A4684EFD-1E4F-AAA0-13E4-FDF87D0D9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1131" y="2112883"/>
            <a:ext cx="3110647" cy="1290918"/>
          </a:xfrm>
          <a:prstGeom prst="rect">
            <a:avLst/>
          </a:prstGeom>
        </p:spPr>
      </p:pic>
      <p:pic>
        <p:nvPicPr>
          <p:cNvPr id="5" name="Picture 4" descr="A graph with green line and orange dots&#10;&#10;AI-generated content may be incorrect.">
            <a:extLst>
              <a:ext uri="{FF2B5EF4-FFF2-40B4-BE49-F238E27FC236}">
                <a16:creationId xmlns:a16="http://schemas.microsoft.com/office/drawing/2014/main" id="{34E10D4D-7DFD-12C0-7486-24A78386B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949" y="3488375"/>
            <a:ext cx="3110647" cy="1290918"/>
          </a:xfrm>
          <a:prstGeom prst="rect">
            <a:avLst/>
          </a:prstGeom>
        </p:spPr>
      </p:pic>
      <p:pic>
        <p:nvPicPr>
          <p:cNvPr id="6" name="Picture 5" descr="A graph with green and blue dots and numbers&#10;&#10;AI-generated content may be incorrect.">
            <a:extLst>
              <a:ext uri="{FF2B5EF4-FFF2-40B4-BE49-F238E27FC236}">
                <a16:creationId xmlns:a16="http://schemas.microsoft.com/office/drawing/2014/main" id="{0D2A58E6-613F-464B-DA3C-78804EC30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129" y="3488376"/>
            <a:ext cx="3110647" cy="12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4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5290C-85A0-1EE3-25E1-6F73D8BD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Autoencoder Training Loss</a:t>
            </a:r>
            <a:endParaRPr lang="en-US" sz="3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084A-9873-A2D1-7447-83DB0AD3D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Shallow dense AE on standardized features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Reconstruction MSE decreases smoothly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Indicates </a:t>
            </a:r>
            <a:r>
              <a:rPr lang="en-US" sz="1800" b="1">
                <a:ea typeface="+mn-lt"/>
                <a:cs typeface="+mn-lt"/>
              </a:rPr>
              <a:t>good fit without overfitting spikes</a:t>
            </a:r>
            <a:endParaRPr lang="en-US" sz="1800"/>
          </a:p>
          <a:p>
            <a:endParaRPr lang="en-US" sz="1800"/>
          </a:p>
        </p:txBody>
      </p:sp>
      <p:pic>
        <p:nvPicPr>
          <p:cNvPr id="4" name="Picture 3" descr="ae_loss.png">
            <a:extLst>
              <a:ext uri="{FF2B5EF4-FFF2-40B4-BE49-F238E27FC236}">
                <a16:creationId xmlns:a16="http://schemas.microsoft.com/office/drawing/2014/main" id="{51A84084-2549-189E-DC69-1FE11BCB7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831469"/>
            <a:ext cx="6440424" cy="313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5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B4172-3B23-3B9F-4063-A2800096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Segment Profiles — Autoencoder Clusters</a:t>
            </a:r>
            <a:endParaRPr lang="en-US" sz="2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0184-9254-E516-A56F-18F0991AA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ea typeface="+mn-lt"/>
                <a:cs typeface="+mn-lt"/>
              </a:rPr>
              <a:t>Heatmap of </a:t>
            </a:r>
            <a:r>
              <a:rPr lang="en-US" sz="1600" b="1">
                <a:ea typeface="+mn-lt"/>
                <a:cs typeface="+mn-lt"/>
              </a:rPr>
              <a:t>z-scored means</a:t>
            </a:r>
            <a:r>
              <a:rPr lang="en-US" sz="1600">
                <a:ea typeface="+mn-lt"/>
                <a:cs typeface="+mn-lt"/>
              </a:rPr>
              <a:t> per segment: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tx_count, spend_sum, item_qty_sum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recency_days, basket_size_mean, RFM_score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Clear contrast: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>
                <a:ea typeface="+mn-lt"/>
                <a:cs typeface="+mn-lt"/>
              </a:rPr>
              <a:t>C1:</a:t>
            </a:r>
            <a:r>
              <a:rPr lang="en-US" sz="1600">
                <a:ea typeface="+mn-lt"/>
                <a:cs typeface="+mn-lt"/>
              </a:rPr>
              <a:t> high spend, high frequency, high RFM, more recent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>
                <a:ea typeface="+mn-lt"/>
                <a:cs typeface="+mn-lt"/>
              </a:rPr>
              <a:t>C0:</a:t>
            </a:r>
            <a:r>
              <a:rPr lang="en-US" sz="1600">
                <a:ea typeface="+mn-lt"/>
                <a:cs typeface="+mn-lt"/>
              </a:rPr>
              <a:t> lower activity, more stale</a:t>
            </a:r>
            <a:endParaRPr lang="en-US" sz="1600"/>
          </a:p>
          <a:p>
            <a:endParaRPr lang="en-US" sz="1600"/>
          </a:p>
        </p:txBody>
      </p:sp>
      <p:pic>
        <p:nvPicPr>
          <p:cNvPr id="4" name="Picture 3" descr="A red and blue squares with black text&#10;&#10;AI-generated content may be incorrect.">
            <a:extLst>
              <a:ext uri="{FF2B5EF4-FFF2-40B4-BE49-F238E27FC236}">
                <a16:creationId xmlns:a16="http://schemas.microsoft.com/office/drawing/2014/main" id="{45960218-485C-70DD-344E-D5AAAED65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818010"/>
            <a:ext cx="6922008" cy="332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70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0161F-4F99-567B-5055-245FA1D9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Segment Lift: Spend Per Customer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77ACA-95A1-4AFE-167D-CA4B37A8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Bars show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mean spend per customer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vs overall average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S1 (VIP segment):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~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55×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higher spend per customer than overall average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S2 (non-VIP):</a:t>
            </a:r>
            <a:endParaRPr lang="en-US" sz="1800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Slightly below average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3A0BF7-B009-C805-CAD4-B2BBB8C4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021905"/>
            <a:ext cx="4954693" cy="284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5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F6A772-53A7-848D-F9B4-161115CC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Re-Engagement Risk by Segment</a:t>
            </a:r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CFF51-D2F9-1A03-B9DA-80702BF15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Define </a:t>
            </a:r>
            <a:r>
              <a:rPr lang="en-US" sz="1700" b="1">
                <a:ea typeface="+mn-lt"/>
                <a:cs typeface="+mn-lt"/>
              </a:rPr>
              <a:t>“quiet” customers</a:t>
            </a:r>
            <a:r>
              <a:rPr lang="en-US" sz="1700">
                <a:ea typeface="+mn-lt"/>
                <a:cs typeface="+mn-lt"/>
              </a:rPr>
              <a:t>: recency ≥ 75th percentile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Bars show </a:t>
            </a:r>
            <a:r>
              <a:rPr lang="en-US" sz="1700" b="1">
                <a:ea typeface="+mn-lt"/>
                <a:cs typeface="+mn-lt"/>
              </a:rPr>
              <a:t>share of quiet customers</a:t>
            </a:r>
            <a:r>
              <a:rPr lang="en-US" sz="1700">
                <a:ea typeface="+mn-lt"/>
                <a:cs typeface="+mn-lt"/>
              </a:rPr>
              <a:t> per segment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S1 vs S2:</a:t>
            </a:r>
            <a:endParaRPr lang="en-US" sz="17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700">
                <a:ea typeface="+mn-lt"/>
                <a:cs typeface="+mn-lt"/>
              </a:rPr>
              <a:t>Compare risk of going inactive vs baseline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9B325516-37F1-1221-9042-7AA9575DF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97867"/>
            <a:ext cx="6922008" cy="396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20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6286-5718-3E66-0DC1-A579DC9CD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Isolation Forest Anomaly Scores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334E1-ED1E-4501-EF08-0DE721E91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Histogram of </a:t>
            </a:r>
            <a:r>
              <a:rPr lang="en-US" sz="2000" b="1">
                <a:ea typeface="+mn-lt"/>
                <a:cs typeface="+mn-lt"/>
              </a:rPr>
              <a:t>IF anomaly scores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Long right tail → </a:t>
            </a:r>
            <a:r>
              <a:rPr lang="en-US" sz="2000" b="1">
                <a:ea typeface="+mn-lt"/>
                <a:cs typeface="+mn-lt"/>
              </a:rPr>
              <a:t>few highly anomalous customers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We focus on </a:t>
            </a:r>
            <a:r>
              <a:rPr lang="en-US" sz="2000" b="1">
                <a:ea typeface="+mn-lt"/>
                <a:cs typeface="+mn-lt"/>
              </a:rPr>
              <a:t>top few percent</a:t>
            </a:r>
            <a:r>
              <a:rPr lang="en-US" sz="2000">
                <a:ea typeface="+mn-lt"/>
                <a:cs typeface="+mn-lt"/>
              </a:rPr>
              <a:t> as candidates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graph of a forest&#10;&#10;AI-generated content may be incorrect.">
            <a:extLst>
              <a:ext uri="{FF2B5EF4-FFF2-40B4-BE49-F238E27FC236}">
                <a16:creationId xmlns:a16="http://schemas.microsoft.com/office/drawing/2014/main" id="{CE547CB5-CB46-C51A-6D2D-8AA0AB715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053624"/>
            <a:ext cx="6389346" cy="47600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3731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8D3AA-0D2C-FE9F-3948-41ECDB9B6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AE Reconstruction Error (log scale)</a:t>
            </a:r>
            <a:endParaRPr lang="en-US" sz="3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8017-82B3-2121-7B6F-B973FFC8B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Histogram of </a:t>
            </a:r>
            <a:r>
              <a:rPr lang="en-US" sz="1800" b="1">
                <a:ea typeface="+mn-lt"/>
                <a:cs typeface="+mn-lt"/>
              </a:rPr>
              <a:t>log10(AE reconstruction MSE)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Vertical lines: 95th and 99th percentiles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Customers above the 99th percentile are </a:t>
            </a:r>
            <a:r>
              <a:rPr lang="en-US" sz="1800" b="1">
                <a:ea typeface="+mn-lt"/>
                <a:cs typeface="+mn-lt"/>
              </a:rPr>
              <a:t>very poorly reconstructed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 descr="A graph of progress bar&#10;&#10;AI-generated content may be incorrect.">
            <a:extLst>
              <a:ext uri="{FF2B5EF4-FFF2-40B4-BE49-F238E27FC236}">
                <a16:creationId xmlns:a16="http://schemas.microsoft.com/office/drawing/2014/main" id="{AAB6B474-1778-4F1E-7A34-0D5BB5450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767065"/>
            <a:ext cx="6440424" cy="326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3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B6E8B-97B2-EDD3-C5D0-04FD47CF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>
                <a:ea typeface="+mj-lt"/>
                <a:cs typeface="+mj-lt"/>
              </a:rPr>
              <a:t>Anomaly Agreement: Isolation Forest vs AE</a:t>
            </a:r>
            <a:endParaRPr lang="en-US" sz="460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38A36-8C9B-543D-F480-79341B7B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2-D hexbin: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X = IF score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Y = log10(AE MSE)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Dashed lines = </a:t>
            </a:r>
            <a:r>
              <a:rPr lang="en-US" sz="2200" b="1">
                <a:ea typeface="+mn-lt"/>
                <a:cs typeface="+mn-lt"/>
              </a:rPr>
              <a:t>high-risk quantiles</a:t>
            </a:r>
            <a:r>
              <a:rPr lang="en-US" sz="2200">
                <a:ea typeface="+mn-lt"/>
                <a:cs typeface="+mn-lt"/>
              </a:rPr>
              <a:t> for each score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Top-right quadrant: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~</a:t>
            </a:r>
            <a:r>
              <a:rPr lang="en-US" sz="2200" b="1">
                <a:ea typeface="+mn-lt"/>
                <a:cs typeface="+mn-lt"/>
              </a:rPr>
              <a:t>135 customers (~2–3%)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Both methods agree they are unusual</a:t>
            </a:r>
            <a:endParaRPr lang="en-US" sz="2200"/>
          </a:p>
          <a:p>
            <a:endParaRPr lang="en-US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F4157-205C-1C10-C5DD-2D9638A16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53" r="17927" b="-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1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2923A-3233-DE02-14CD-00C67808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Cumulative Spend Covered by Top-k Anomalies</a:t>
            </a:r>
            <a:endParaRPr lang="en-US" sz="3400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27ABB-D696-3C4D-A426-5E6DBFFC0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X-axis: </a:t>
            </a:r>
            <a:r>
              <a:rPr lang="en-US" sz="2200" b="1">
                <a:ea typeface="+mn-lt"/>
                <a:cs typeface="+mn-lt"/>
              </a:rPr>
              <a:t>Top-k anomalies</a:t>
            </a:r>
            <a:r>
              <a:rPr lang="en-US" sz="2200">
                <a:ea typeface="+mn-lt"/>
                <a:cs typeface="+mn-lt"/>
              </a:rPr>
              <a:t> (sorted by risk)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Y-axis: </a:t>
            </a:r>
            <a:r>
              <a:rPr lang="en-US" sz="2200" b="1">
                <a:ea typeface="+mn-lt"/>
                <a:cs typeface="+mn-lt"/>
              </a:rPr>
              <a:t>Fraction of anomalous spend covered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Top ~50 anomalies cover </a:t>
            </a:r>
            <a:r>
              <a:rPr lang="en-US" sz="2200" b="1">
                <a:ea typeface="+mn-lt"/>
                <a:cs typeface="+mn-lt"/>
              </a:rPr>
              <a:t>~30% of anomalous spend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71E8FDA1-49BC-121F-DE39-E869E62B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30478"/>
            <a:ext cx="6903720" cy="379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46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59145-EC56-9084-7B0D-9F468D80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>
                <a:ea typeface="+mj-lt"/>
                <a:cs typeface="+mj-lt"/>
              </a:rPr>
              <a:t>Daily Activity &amp; Top SKUs</a:t>
            </a:r>
            <a:endParaRPr lang="en-US" sz="3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459E-7207-7683-1C2D-ACBE62DC9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There is clear </a:t>
            </a:r>
            <a:r>
              <a:rPr lang="en-US" sz="1800" b="1">
                <a:ea typeface="+mn-lt"/>
                <a:cs typeface="+mn-lt"/>
              </a:rPr>
              <a:t>seasonality</a:t>
            </a:r>
            <a:r>
              <a:rPr lang="en-US" sz="1800">
                <a:ea typeface="+mn-lt"/>
                <a:cs typeface="+mn-lt"/>
              </a:rPr>
              <a:t> and spikes around certain dates.</a:t>
            </a:r>
          </a:p>
          <a:p>
            <a:pPr>
              <a:buFont typeface="Arial"/>
            </a:pPr>
            <a:r>
              <a:rPr lang="en-US" sz="1800">
                <a:ea typeface="+mn-lt"/>
                <a:cs typeface="+mn-lt"/>
              </a:rPr>
              <a:t>Certain products dominate volume, which can influence customer behavior patterns.</a:t>
            </a:r>
            <a:endParaRPr lang="en-US" sz="1800"/>
          </a:p>
          <a:p>
            <a:pPr lvl="1">
              <a:buFont typeface="Courier New"/>
              <a:buChar char="o"/>
            </a:pPr>
            <a:r>
              <a:rPr lang="en-US" sz="1800" b="1">
                <a:latin typeface="Consolas"/>
                <a:ea typeface="+mn-lt"/>
                <a:cs typeface="+mn-lt"/>
              </a:rPr>
              <a:t>daily_tx.png</a:t>
            </a:r>
            <a:r>
              <a:rPr lang="en-US" sz="1800">
                <a:ea typeface="+mn-lt"/>
                <a:cs typeface="+mn-lt"/>
              </a:rPr>
              <a:t> – daily transaction counts (seasonality, spikes)</a:t>
            </a:r>
            <a:endParaRPr lang="en-US" sz="1800">
              <a:latin typeface="Aptos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800" b="1">
                <a:latin typeface="Consolas"/>
                <a:ea typeface="+mn-lt"/>
                <a:cs typeface="+mn-lt"/>
              </a:rPr>
              <a:t>top_skus.png</a:t>
            </a:r>
            <a:r>
              <a:rPr lang="en-US" sz="1800">
                <a:ea typeface="+mn-lt"/>
                <a:cs typeface="+mn-lt"/>
              </a:rPr>
              <a:t> – bar chart of top-selling products</a:t>
            </a:r>
            <a:endParaRPr lang="en-US" sz="1800"/>
          </a:p>
          <a:p>
            <a:pPr lvl="1">
              <a:buFont typeface="Courier New"/>
              <a:buChar char="o"/>
            </a:pPr>
            <a:endParaRPr lang="en-US" sz="1800">
              <a:ea typeface="+mn-lt"/>
              <a:cs typeface="+mn-lt"/>
            </a:endParaRPr>
          </a:p>
          <a:p>
            <a:pPr>
              <a:buFont typeface="Arial"/>
            </a:pPr>
            <a:endParaRPr lang="en-US" sz="1800">
              <a:ea typeface="+mn-lt"/>
              <a:cs typeface="+mn-lt"/>
            </a:endParaRPr>
          </a:p>
        </p:txBody>
      </p:sp>
      <p:pic>
        <p:nvPicPr>
          <p:cNvPr id="5" name="Picture 4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5A480E06-11C3-CDE2-AAE5-1F550A817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368" y="958351"/>
            <a:ext cx="5135719" cy="18616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094934E-A54A-205B-6249-C55B843AC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368" y="3869751"/>
            <a:ext cx="5135719" cy="1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87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9BA2CD1-801E-6F51-380B-5404C224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  <a:ea typeface="+mj-lt"/>
                <a:cs typeface="+mj-lt"/>
              </a:rPr>
              <a:t>Conclusions</a:t>
            </a: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80914-0670-B673-01B7-B0176A5A1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Strong Pareto effect: small fraction of customers drive most revenue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AE-based segmentation: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Higher silhouette &amp; more stable than feature-only approaches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Clear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high-value vs lower-value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segments with distinct profiles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Dual-signal anomalies (IF + AE):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~2–3% of customers flagged as consistently unusual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Top ~50 anomalies cover a large share of anomalous spend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Approach is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model-agnostic and reusable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for similar retail datasets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25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D411-FA18-787D-B402-0C23AF66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Limitations &amp; Next Steps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CF3B5DA-9E2F-49DC-5521-5A4B516B0C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295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Customer Segmentation &amp; Anomaly Detection in Online Retail</vt:lpstr>
      <vt:lpstr>Why segment customers and find anomalies?</vt:lpstr>
      <vt:lpstr>Dataset Overview &amp; Context</vt:lpstr>
      <vt:lpstr>Core Customer Distributions</vt:lpstr>
      <vt:lpstr>Price vs Quantity: Transaction-Level View</vt:lpstr>
      <vt:lpstr>Pareto: Cumulative Customers vs Cumulative Spend</vt:lpstr>
      <vt:lpstr>Customer-Level Features</vt:lpstr>
      <vt:lpstr>Modeling Strategy</vt:lpstr>
      <vt:lpstr>Cluster Quality &amp; Stability</vt:lpstr>
      <vt:lpstr>Autoencoder Training Loss</vt:lpstr>
      <vt:lpstr>Segment Profiles — Autoencoder Clusters</vt:lpstr>
      <vt:lpstr>Segment Lift: Spend Per Customer</vt:lpstr>
      <vt:lpstr>Re-Engagement Risk by Segment</vt:lpstr>
      <vt:lpstr>Isolation Forest Anomaly Scores</vt:lpstr>
      <vt:lpstr>AE Reconstruction Error (log scale)</vt:lpstr>
      <vt:lpstr>Anomaly Agreement: Isolation Forest vs AE</vt:lpstr>
      <vt:lpstr>Cumulative Spend Covered by Top-k Anomalies</vt:lpstr>
      <vt:lpstr>Daily Activity &amp; Top SKUs</vt:lpstr>
      <vt:lpstr>Conclusions</vt:lpstr>
      <vt:lpstr>Limitations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2025-11-17T19:51:45Z</dcterms:created>
  <dcterms:modified xsi:type="dcterms:W3CDTF">2025-11-18T01:42:05Z</dcterms:modified>
</cp:coreProperties>
</file>